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17"/>
      <p:bold r:id="rId18"/>
      <p:italic r:id="rId19"/>
      <p:boldItalic r:id="rId20"/>
    </p:embeddedFont>
    <p:embeddedFont>
      <p:font typeface="Fira Sans Extra Condensed Medium" panose="020B0604020202020204" charset="0"/>
      <p:regular r:id="rId21"/>
      <p:bold r:id="rId22"/>
      <p:italic r:id="rId23"/>
      <p:boldItalic r:id="rId24"/>
    </p:embeddedFont>
    <p:embeddedFont>
      <p:font typeface="Fira Sans Extra Condensed SemiBold" panose="020B0604020202020204" charset="0"/>
      <p:regular r:id="rId25"/>
      <p:bold r:id="rId26"/>
      <p:italic r:id="rId27"/>
      <p:boldItalic r:id="rId28"/>
    </p:embeddedFont>
    <p:embeddedFont>
      <p:font typeface="Fira Sans Medium" panose="020B06030500000200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goAdB2vLo8U7wGFltl5ecQU+ls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259"/>
        <p:guide pos="288"/>
        <p:guide pos="5472"/>
        <p:guide orient="horz" pos="2984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heme" Target="theme/theme1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56449d911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3856449d911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5652bf586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85652bf586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7a920eea83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g37a920eea83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7a920eea8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g37a920eea83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85652bf586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g385652bf586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983a832f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g3983a832f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4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4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57200" y="1488125"/>
            <a:ext cx="4401600" cy="17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500" b="0" i="0" u="none" strike="noStrike" cap="none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Sistema de Inscripción y Gestión de Asignaturas Horus.</a:t>
            </a:r>
            <a:endParaRPr sz="3500" b="0" i="0" u="none" strike="noStrike" cap="none">
              <a:solidFill>
                <a:srgbClr val="00002A"/>
              </a:solidFill>
              <a:highlight>
                <a:srgbClr val="FFFFFF"/>
              </a:highlight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pic>
        <p:nvPicPr>
          <p:cNvPr id="55" name="Google Shape;55;p1" title="Generated Image September 01, 2025 - 8_22PM.jpeg"/>
          <p:cNvPicPr preferRelativeResize="0"/>
          <p:nvPr/>
        </p:nvPicPr>
        <p:blipFill rotWithShape="1">
          <a:blip r:embed="rId3">
            <a:alphaModFix/>
          </a:blip>
          <a:srcRect l="10343" t="10991" r="10516" b="11549"/>
          <a:stretch/>
        </p:blipFill>
        <p:spPr>
          <a:xfrm>
            <a:off x="4858800" y="411175"/>
            <a:ext cx="4103350" cy="40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887900" y="2579101"/>
            <a:ext cx="1518943" cy="1444365"/>
          </a:xfrm>
          <a:custGeom>
            <a:avLst/>
            <a:gdLst/>
            <a:ahLst/>
            <a:cxnLst/>
            <a:rect l="l" t="t" r="r" b="b"/>
            <a:pathLst>
              <a:path w="52888" h="59032" fill="none" extrusionOk="0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2837949" y="2579101"/>
            <a:ext cx="1518972" cy="1444365"/>
          </a:xfrm>
          <a:custGeom>
            <a:avLst/>
            <a:gdLst/>
            <a:ahLst/>
            <a:cxnLst/>
            <a:rect l="l" t="t" r="r" b="b"/>
            <a:pathLst>
              <a:path w="52889" h="59032" fill="none" extrusionOk="0">
                <a:moveTo>
                  <a:pt x="50260" y="59032"/>
                </a:moveTo>
                <a:lnTo>
                  <a:pt x="2629" y="59032"/>
                </a:lnTo>
                <a:cubicBezTo>
                  <a:pt x="1173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3" y="1"/>
                  <a:pt x="2629" y="1"/>
                </a:cubicBezTo>
                <a:lnTo>
                  <a:pt x="50260" y="1"/>
                </a:lnTo>
                <a:cubicBezTo>
                  <a:pt x="51685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57" y="57860"/>
                  <a:pt x="51685" y="59032"/>
                  <a:pt x="50260" y="59032"/>
                </a:cubicBezTo>
                <a:close/>
              </a:path>
            </a:pathLst>
          </a:custGeom>
          <a:noFill/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4787107" y="2579101"/>
            <a:ext cx="1518972" cy="1444365"/>
          </a:xfrm>
          <a:custGeom>
            <a:avLst/>
            <a:gdLst/>
            <a:ahLst/>
            <a:cxnLst/>
            <a:rect l="l" t="t" r="r" b="b"/>
            <a:pathLst>
              <a:path w="52889" h="59032" fill="none" extrusionOk="0">
                <a:moveTo>
                  <a:pt x="50260" y="59032"/>
                </a:moveTo>
                <a:lnTo>
                  <a:pt x="2629" y="59032"/>
                </a:lnTo>
                <a:cubicBezTo>
                  <a:pt x="1172" y="59032"/>
                  <a:pt x="1" y="57860"/>
                  <a:pt x="1" y="56403"/>
                </a:cubicBezTo>
                <a:lnTo>
                  <a:pt x="1" y="2629"/>
                </a:lnTo>
                <a:cubicBezTo>
                  <a:pt x="1" y="1173"/>
                  <a:pt x="1172" y="1"/>
                  <a:pt x="2629" y="1"/>
                </a:cubicBezTo>
                <a:lnTo>
                  <a:pt x="50260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60" y="59032"/>
                </a:cubicBezTo>
                <a:close/>
              </a:path>
            </a:pathLst>
          </a:custGeom>
          <a:noFill/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6737184" y="2579101"/>
            <a:ext cx="1518943" cy="1444365"/>
          </a:xfrm>
          <a:custGeom>
            <a:avLst/>
            <a:gdLst/>
            <a:ahLst/>
            <a:cxnLst/>
            <a:rect l="l" t="t" r="r" b="b"/>
            <a:pathLst>
              <a:path w="52888" h="59032" fill="none" extrusionOk="0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684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/>
          <p:nvPr/>
        </p:nvSpPr>
        <p:spPr>
          <a:xfrm>
            <a:off x="887900" y="2579100"/>
            <a:ext cx="1518900" cy="1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Base de datos y conectividad multiplataforma.</a:t>
            </a:r>
            <a:endParaRPr sz="12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" name="Google Shape;65;p8"/>
          <p:cNvSpPr txBox="1"/>
          <p:nvPr/>
        </p:nvSpPr>
        <p:spPr>
          <a:xfrm>
            <a:off x="2837525" y="2579031"/>
            <a:ext cx="1518900" cy="1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Back-end y módulo de machine learning.</a:t>
            </a:r>
            <a:endParaRPr sz="12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" name="Google Shape;66;p8"/>
          <p:cNvSpPr txBox="1"/>
          <p:nvPr/>
        </p:nvSpPr>
        <p:spPr>
          <a:xfrm>
            <a:off x="4787350" y="2579031"/>
            <a:ext cx="1518900" cy="1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Desarrollo Front-end y arquitectura del sistema.</a:t>
            </a:r>
            <a:endParaRPr sz="12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6736700" y="2579031"/>
            <a:ext cx="1518900" cy="1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Documentación, análisis y back-end.</a:t>
            </a:r>
            <a:endParaRPr sz="12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Equipo</a:t>
            </a:r>
            <a:endParaRPr sz="28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898650" y="1406125"/>
            <a:ext cx="1518900" cy="782400"/>
          </a:xfrm>
          <a:prstGeom prst="roundRect">
            <a:avLst>
              <a:gd name="adj" fmla="val 16667"/>
            </a:avLst>
          </a:prstGeom>
          <a:solidFill>
            <a:srgbClr val="395C7F"/>
          </a:solidFill>
          <a:ln w="9525" cap="flat" cmpd="sng">
            <a:solidFill>
              <a:srgbClr val="395C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Juan </a:t>
            </a:r>
            <a:endParaRPr sz="13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Albornoz</a:t>
            </a:r>
            <a:endParaRPr sz="13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37525" y="1406125"/>
            <a:ext cx="1518900" cy="782400"/>
          </a:xfrm>
          <a:prstGeom prst="roundRect">
            <a:avLst>
              <a:gd name="adj" fmla="val 16667"/>
            </a:avLst>
          </a:prstGeom>
          <a:solidFill>
            <a:srgbClr val="FF995A"/>
          </a:solidFill>
          <a:ln w="9525" cap="flat" cmpd="sng">
            <a:solidFill>
              <a:srgbClr val="FFA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Cristian Mardones</a:t>
            </a:r>
            <a:endParaRPr sz="13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4776400" y="1406125"/>
            <a:ext cx="1518900" cy="782400"/>
          </a:xfrm>
          <a:prstGeom prst="roundRect">
            <a:avLst>
              <a:gd name="adj" fmla="val 16667"/>
            </a:avLst>
          </a:prstGeom>
          <a:solidFill>
            <a:srgbClr val="395C7F"/>
          </a:solidFill>
          <a:ln w="9525" cap="flat" cmpd="sng">
            <a:solidFill>
              <a:srgbClr val="395C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Francisca </a:t>
            </a:r>
            <a:endParaRPr sz="13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León</a:t>
            </a:r>
            <a:endParaRPr sz="13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6715275" y="1406125"/>
            <a:ext cx="1518900" cy="782400"/>
          </a:xfrm>
          <a:prstGeom prst="roundRect">
            <a:avLst>
              <a:gd name="adj" fmla="val 16667"/>
            </a:avLst>
          </a:prstGeom>
          <a:solidFill>
            <a:srgbClr val="FF995A"/>
          </a:solidFill>
          <a:ln w="9525" cap="flat" cmpd="sng">
            <a:solidFill>
              <a:srgbClr val="FFA6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Gabriel </a:t>
            </a:r>
            <a:endParaRPr sz="13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Campos</a:t>
            </a:r>
            <a:endParaRPr sz="13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 rot="10800000">
            <a:off x="1486350" y="2188525"/>
            <a:ext cx="343500" cy="257700"/>
          </a:xfrm>
          <a:prstGeom prst="triangle">
            <a:avLst>
              <a:gd name="adj" fmla="val 50000"/>
            </a:avLst>
          </a:prstGeom>
          <a:solidFill>
            <a:srgbClr val="395C7F"/>
          </a:solidFill>
          <a:ln w="9525" cap="flat" cmpd="sng">
            <a:solidFill>
              <a:srgbClr val="395C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/>
          <p:nvPr/>
        </p:nvSpPr>
        <p:spPr>
          <a:xfrm rot="10800000">
            <a:off x="3425225" y="2188525"/>
            <a:ext cx="343500" cy="257700"/>
          </a:xfrm>
          <a:prstGeom prst="triangle">
            <a:avLst>
              <a:gd name="adj" fmla="val 50000"/>
            </a:avLst>
          </a:prstGeom>
          <a:solidFill>
            <a:srgbClr val="FF995A"/>
          </a:solidFill>
          <a:ln w="9525" cap="flat" cmpd="sng">
            <a:solidFill>
              <a:srgbClr val="FF99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"/>
          <p:cNvSpPr/>
          <p:nvPr/>
        </p:nvSpPr>
        <p:spPr>
          <a:xfrm rot="10800000">
            <a:off x="5364100" y="2188525"/>
            <a:ext cx="343500" cy="257700"/>
          </a:xfrm>
          <a:prstGeom prst="triangle">
            <a:avLst>
              <a:gd name="adj" fmla="val 50000"/>
            </a:avLst>
          </a:prstGeom>
          <a:solidFill>
            <a:srgbClr val="395C7F"/>
          </a:solidFill>
          <a:ln w="9525" cap="flat" cmpd="sng">
            <a:solidFill>
              <a:srgbClr val="395C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8"/>
          <p:cNvSpPr/>
          <p:nvPr/>
        </p:nvSpPr>
        <p:spPr>
          <a:xfrm rot="10800000">
            <a:off x="7302975" y="2188525"/>
            <a:ext cx="343500" cy="257700"/>
          </a:xfrm>
          <a:prstGeom prst="triangle">
            <a:avLst>
              <a:gd name="adj" fmla="val 50000"/>
            </a:avLst>
          </a:prstGeom>
          <a:solidFill>
            <a:srgbClr val="FF995A"/>
          </a:solidFill>
          <a:ln w="9525" cap="flat" cmpd="sng">
            <a:solidFill>
              <a:srgbClr val="FF99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6449d911_0_68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Contexto</a:t>
            </a:r>
            <a:endParaRPr sz="28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82" name="Google Shape;82;g3856449d911_0_68"/>
          <p:cNvSpPr/>
          <p:nvPr/>
        </p:nvSpPr>
        <p:spPr>
          <a:xfrm>
            <a:off x="5069600" y="1580952"/>
            <a:ext cx="3448165" cy="3021996"/>
          </a:xfrm>
          <a:custGeom>
            <a:avLst/>
            <a:gdLst/>
            <a:ahLst/>
            <a:cxnLst/>
            <a:rect l="l" t="t" r="r" b="b"/>
            <a:pathLst>
              <a:path w="52888" h="59032" fill="none" extrusionOk="0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856449d911_0_68"/>
          <p:cNvSpPr/>
          <p:nvPr/>
        </p:nvSpPr>
        <p:spPr>
          <a:xfrm>
            <a:off x="5265051" y="1227102"/>
            <a:ext cx="3057274" cy="46349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68025" tIns="68025" rIns="68025" bIns="6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2"/>
              <a:buFont typeface="Arial"/>
              <a:buNone/>
            </a:pPr>
            <a:endParaRPr sz="104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856449d911_0_68"/>
          <p:cNvSpPr/>
          <p:nvPr/>
        </p:nvSpPr>
        <p:spPr>
          <a:xfrm>
            <a:off x="5256597" y="1236937"/>
            <a:ext cx="480414" cy="481192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68025" tIns="68025" rIns="68025" bIns="6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2"/>
              <a:buFont typeface="Arial"/>
              <a:buNone/>
            </a:pPr>
            <a:endParaRPr sz="104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856449d911_0_68"/>
          <p:cNvSpPr txBox="1"/>
          <p:nvPr/>
        </p:nvSpPr>
        <p:spPr>
          <a:xfrm>
            <a:off x="5898600" y="1286050"/>
            <a:ext cx="19560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25" tIns="68025" rIns="68025" bIns="68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2"/>
              <a:buFont typeface="Arial"/>
              <a:buNone/>
            </a:pPr>
            <a:r>
              <a:rPr lang="en" sz="1441" b="0" i="0" u="none" strike="noStrike" cap="none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SOLUCIÓN</a:t>
            </a:r>
            <a:endParaRPr sz="1441" b="0" i="0" u="none" strike="noStrike" cap="none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86" name="Google Shape;86;g3856449d911_0_68"/>
          <p:cNvGrpSpPr/>
          <p:nvPr/>
        </p:nvGrpSpPr>
        <p:grpSpPr>
          <a:xfrm>
            <a:off x="5181727" y="1118431"/>
            <a:ext cx="630131" cy="630131"/>
            <a:chOff x="6323089" y="1361318"/>
            <a:chExt cx="630131" cy="630131"/>
          </a:xfrm>
        </p:grpSpPr>
        <p:sp>
          <p:nvSpPr>
            <p:cNvPr id="87" name="Google Shape;87;g3856449d911_0_68"/>
            <p:cNvSpPr/>
            <p:nvPr/>
          </p:nvSpPr>
          <p:spPr>
            <a:xfrm>
              <a:off x="6332385" y="1406385"/>
              <a:ext cx="612392" cy="539652"/>
            </a:xfrm>
            <a:custGeom>
              <a:avLst/>
              <a:gdLst/>
              <a:ahLst/>
              <a:cxnLst/>
              <a:rect l="l" t="t" r="r" b="b"/>
              <a:pathLst>
                <a:path w="22992" h="20261" extrusionOk="0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3856449d911_0_68"/>
            <p:cNvSpPr/>
            <p:nvPr/>
          </p:nvSpPr>
          <p:spPr>
            <a:xfrm>
              <a:off x="6533133" y="1361318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3856449d911_0_68"/>
            <p:cNvSpPr/>
            <p:nvPr/>
          </p:nvSpPr>
          <p:spPr>
            <a:xfrm>
              <a:off x="6323089" y="1446524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0" name="Google Shape;90;g3856449d911_0_68" title="ide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2250" y="1248937"/>
            <a:ext cx="369100" cy="3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856449d911_0_68"/>
          <p:cNvSpPr/>
          <p:nvPr/>
        </p:nvSpPr>
        <p:spPr>
          <a:xfrm>
            <a:off x="698119" y="1609297"/>
            <a:ext cx="3448165" cy="3021996"/>
          </a:xfrm>
          <a:custGeom>
            <a:avLst/>
            <a:gdLst/>
            <a:ahLst/>
            <a:cxnLst/>
            <a:rect l="l" t="t" r="r" b="b"/>
            <a:pathLst>
              <a:path w="52888" h="59032" fill="none" extrusionOk="0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856449d911_0_68"/>
          <p:cNvSpPr/>
          <p:nvPr/>
        </p:nvSpPr>
        <p:spPr>
          <a:xfrm>
            <a:off x="913876" y="1227115"/>
            <a:ext cx="3057274" cy="46349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68025" tIns="68025" rIns="68025" bIns="6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2"/>
              <a:buFont typeface="Arial"/>
              <a:buNone/>
            </a:pPr>
            <a:endParaRPr sz="104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856449d911_0_68"/>
          <p:cNvSpPr/>
          <p:nvPr/>
        </p:nvSpPr>
        <p:spPr>
          <a:xfrm>
            <a:off x="905422" y="1236950"/>
            <a:ext cx="480414" cy="481192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68025" tIns="68025" rIns="68025" bIns="6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2"/>
              <a:buFont typeface="Arial"/>
              <a:buNone/>
            </a:pPr>
            <a:endParaRPr sz="104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856449d911_0_68"/>
          <p:cNvSpPr txBox="1"/>
          <p:nvPr/>
        </p:nvSpPr>
        <p:spPr>
          <a:xfrm>
            <a:off x="1547500" y="1286050"/>
            <a:ext cx="19560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025" tIns="68025" rIns="68025" bIns="68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2"/>
              <a:buFont typeface="Arial"/>
              <a:buNone/>
            </a:pPr>
            <a:r>
              <a:rPr lang="en" sz="1441" b="0" i="0" u="none" strike="noStrike" cap="none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PROBLEMA</a:t>
            </a:r>
            <a:endParaRPr sz="1441" b="0" i="0" u="none" strike="noStrike" cap="none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95" name="Google Shape;95;g3856449d911_0_68"/>
          <p:cNvGrpSpPr/>
          <p:nvPr/>
        </p:nvGrpSpPr>
        <p:grpSpPr>
          <a:xfrm>
            <a:off x="830552" y="1118443"/>
            <a:ext cx="630131" cy="630131"/>
            <a:chOff x="6323089" y="1361318"/>
            <a:chExt cx="630131" cy="630131"/>
          </a:xfrm>
        </p:grpSpPr>
        <p:sp>
          <p:nvSpPr>
            <p:cNvPr id="96" name="Google Shape;96;g3856449d911_0_68"/>
            <p:cNvSpPr/>
            <p:nvPr/>
          </p:nvSpPr>
          <p:spPr>
            <a:xfrm>
              <a:off x="6332385" y="1406385"/>
              <a:ext cx="612392" cy="539652"/>
            </a:xfrm>
            <a:custGeom>
              <a:avLst/>
              <a:gdLst/>
              <a:ahLst/>
              <a:cxnLst/>
              <a:rect l="l" t="t" r="r" b="b"/>
              <a:pathLst>
                <a:path w="22992" h="20261" extrusionOk="0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856449d911_0_68"/>
            <p:cNvSpPr/>
            <p:nvPr/>
          </p:nvSpPr>
          <p:spPr>
            <a:xfrm>
              <a:off x="6474935" y="1526642"/>
              <a:ext cx="326465" cy="299484"/>
            </a:xfrm>
            <a:custGeom>
              <a:avLst/>
              <a:gdLst/>
              <a:ahLst/>
              <a:cxnLst/>
              <a:rect l="l" t="t" r="r" b="b"/>
              <a:pathLst>
                <a:path w="12257" h="11244" extrusionOk="0">
                  <a:moveTo>
                    <a:pt x="3896" y="1838"/>
                  </a:moveTo>
                  <a:cubicBezTo>
                    <a:pt x="4371" y="1838"/>
                    <a:pt x="4782" y="1964"/>
                    <a:pt x="5099" y="2186"/>
                  </a:cubicBezTo>
                  <a:lnTo>
                    <a:pt x="5099" y="3136"/>
                  </a:lnTo>
                  <a:cubicBezTo>
                    <a:pt x="4972" y="3294"/>
                    <a:pt x="4909" y="3484"/>
                    <a:pt x="4909" y="3674"/>
                  </a:cubicBezTo>
                  <a:lnTo>
                    <a:pt x="4909" y="4498"/>
                  </a:lnTo>
                  <a:cubicBezTo>
                    <a:pt x="4909" y="4561"/>
                    <a:pt x="4909" y="4625"/>
                    <a:pt x="4941" y="4688"/>
                  </a:cubicBezTo>
                  <a:cubicBezTo>
                    <a:pt x="4941" y="4688"/>
                    <a:pt x="4941" y="4720"/>
                    <a:pt x="4941" y="4751"/>
                  </a:cubicBezTo>
                  <a:cubicBezTo>
                    <a:pt x="4972" y="4783"/>
                    <a:pt x="4972" y="4815"/>
                    <a:pt x="4972" y="4846"/>
                  </a:cubicBezTo>
                  <a:cubicBezTo>
                    <a:pt x="5036" y="4941"/>
                    <a:pt x="5099" y="5036"/>
                    <a:pt x="5226" y="5131"/>
                  </a:cubicBezTo>
                  <a:cubicBezTo>
                    <a:pt x="5226" y="5195"/>
                    <a:pt x="5226" y="5226"/>
                    <a:pt x="5257" y="5290"/>
                  </a:cubicBezTo>
                  <a:lnTo>
                    <a:pt x="5257" y="5321"/>
                  </a:lnTo>
                  <a:cubicBezTo>
                    <a:pt x="5289" y="5353"/>
                    <a:pt x="5289" y="5353"/>
                    <a:pt x="5289" y="5353"/>
                  </a:cubicBezTo>
                  <a:cubicBezTo>
                    <a:pt x="5289" y="5385"/>
                    <a:pt x="5289" y="5385"/>
                    <a:pt x="5289" y="5416"/>
                  </a:cubicBezTo>
                  <a:cubicBezTo>
                    <a:pt x="5321" y="5448"/>
                    <a:pt x="5321" y="5480"/>
                    <a:pt x="5352" y="5543"/>
                  </a:cubicBezTo>
                  <a:cubicBezTo>
                    <a:pt x="5352" y="5543"/>
                    <a:pt x="5352" y="5575"/>
                    <a:pt x="5352" y="5575"/>
                  </a:cubicBezTo>
                  <a:cubicBezTo>
                    <a:pt x="5384" y="5638"/>
                    <a:pt x="5384" y="5670"/>
                    <a:pt x="5416" y="5701"/>
                  </a:cubicBezTo>
                  <a:cubicBezTo>
                    <a:pt x="5416" y="5701"/>
                    <a:pt x="5416" y="5733"/>
                    <a:pt x="5416" y="5733"/>
                  </a:cubicBezTo>
                  <a:lnTo>
                    <a:pt x="5447" y="5765"/>
                  </a:lnTo>
                  <a:cubicBezTo>
                    <a:pt x="5447" y="5765"/>
                    <a:pt x="5447" y="5796"/>
                    <a:pt x="5447" y="5796"/>
                  </a:cubicBezTo>
                  <a:cubicBezTo>
                    <a:pt x="5479" y="5828"/>
                    <a:pt x="5479" y="5891"/>
                    <a:pt x="5511" y="5923"/>
                  </a:cubicBezTo>
                  <a:cubicBezTo>
                    <a:pt x="5511" y="5923"/>
                    <a:pt x="5511" y="5923"/>
                    <a:pt x="5511" y="5955"/>
                  </a:cubicBezTo>
                  <a:cubicBezTo>
                    <a:pt x="5542" y="5955"/>
                    <a:pt x="5542" y="5986"/>
                    <a:pt x="5574" y="6018"/>
                  </a:cubicBezTo>
                  <a:cubicBezTo>
                    <a:pt x="5574" y="6050"/>
                    <a:pt x="5606" y="6113"/>
                    <a:pt x="5637" y="6145"/>
                  </a:cubicBezTo>
                  <a:cubicBezTo>
                    <a:pt x="5637" y="6145"/>
                    <a:pt x="5637" y="6176"/>
                    <a:pt x="5669" y="6208"/>
                  </a:cubicBezTo>
                  <a:cubicBezTo>
                    <a:pt x="5701" y="6240"/>
                    <a:pt x="5732" y="6303"/>
                    <a:pt x="5732" y="6335"/>
                  </a:cubicBezTo>
                  <a:cubicBezTo>
                    <a:pt x="5732" y="6335"/>
                    <a:pt x="5764" y="6366"/>
                    <a:pt x="5764" y="6366"/>
                  </a:cubicBezTo>
                  <a:cubicBezTo>
                    <a:pt x="5796" y="6430"/>
                    <a:pt x="5859" y="6493"/>
                    <a:pt x="5891" y="6556"/>
                  </a:cubicBezTo>
                  <a:lnTo>
                    <a:pt x="5922" y="6588"/>
                  </a:lnTo>
                  <a:lnTo>
                    <a:pt x="5922" y="7285"/>
                  </a:lnTo>
                  <a:cubicBezTo>
                    <a:pt x="5922" y="7475"/>
                    <a:pt x="5827" y="7665"/>
                    <a:pt x="5637" y="7760"/>
                  </a:cubicBezTo>
                  <a:lnTo>
                    <a:pt x="5099" y="8045"/>
                  </a:lnTo>
                  <a:lnTo>
                    <a:pt x="5004" y="8045"/>
                  </a:lnTo>
                  <a:lnTo>
                    <a:pt x="4972" y="8108"/>
                  </a:lnTo>
                  <a:lnTo>
                    <a:pt x="3832" y="8742"/>
                  </a:lnTo>
                  <a:cubicBezTo>
                    <a:pt x="3230" y="9090"/>
                    <a:pt x="2850" y="9692"/>
                    <a:pt x="2850" y="10357"/>
                  </a:cubicBezTo>
                  <a:lnTo>
                    <a:pt x="2850" y="10832"/>
                  </a:lnTo>
                  <a:lnTo>
                    <a:pt x="412" y="10832"/>
                  </a:lnTo>
                  <a:lnTo>
                    <a:pt x="412" y="10452"/>
                  </a:lnTo>
                  <a:cubicBezTo>
                    <a:pt x="412" y="10008"/>
                    <a:pt x="665" y="9597"/>
                    <a:pt x="1045" y="9375"/>
                  </a:cubicBezTo>
                  <a:lnTo>
                    <a:pt x="2407" y="8520"/>
                  </a:lnTo>
                  <a:cubicBezTo>
                    <a:pt x="2692" y="8393"/>
                    <a:pt x="2850" y="8108"/>
                    <a:pt x="2850" y="7791"/>
                  </a:cubicBezTo>
                  <a:lnTo>
                    <a:pt x="2850" y="7063"/>
                  </a:lnTo>
                  <a:lnTo>
                    <a:pt x="2787" y="7000"/>
                  </a:lnTo>
                  <a:cubicBezTo>
                    <a:pt x="2787" y="7000"/>
                    <a:pt x="2249" y="6493"/>
                    <a:pt x="2090" y="5796"/>
                  </a:cubicBezTo>
                  <a:lnTo>
                    <a:pt x="2059" y="5701"/>
                  </a:lnTo>
                  <a:lnTo>
                    <a:pt x="1995" y="5670"/>
                  </a:lnTo>
                  <a:cubicBezTo>
                    <a:pt x="1900" y="5606"/>
                    <a:pt x="1837" y="5511"/>
                    <a:pt x="1837" y="5385"/>
                  </a:cubicBezTo>
                  <a:lnTo>
                    <a:pt x="1837" y="4688"/>
                  </a:lnTo>
                  <a:cubicBezTo>
                    <a:pt x="1837" y="4593"/>
                    <a:pt x="1900" y="4530"/>
                    <a:pt x="1995" y="4435"/>
                  </a:cubicBezTo>
                  <a:lnTo>
                    <a:pt x="2059" y="4371"/>
                  </a:lnTo>
                  <a:lnTo>
                    <a:pt x="2059" y="3294"/>
                  </a:lnTo>
                  <a:cubicBezTo>
                    <a:pt x="2059" y="3231"/>
                    <a:pt x="2154" y="1838"/>
                    <a:pt x="3896" y="1838"/>
                  </a:cubicBezTo>
                  <a:close/>
                  <a:moveTo>
                    <a:pt x="7569" y="413"/>
                  </a:moveTo>
                  <a:cubicBezTo>
                    <a:pt x="8361" y="413"/>
                    <a:pt x="8931" y="634"/>
                    <a:pt x="9279" y="1014"/>
                  </a:cubicBezTo>
                  <a:cubicBezTo>
                    <a:pt x="9659" y="1458"/>
                    <a:pt x="9596" y="2028"/>
                    <a:pt x="9596" y="2028"/>
                  </a:cubicBezTo>
                  <a:lnTo>
                    <a:pt x="9596" y="3326"/>
                  </a:lnTo>
                  <a:lnTo>
                    <a:pt x="9659" y="3389"/>
                  </a:lnTo>
                  <a:cubicBezTo>
                    <a:pt x="9754" y="3484"/>
                    <a:pt x="9818" y="3579"/>
                    <a:pt x="9818" y="3706"/>
                  </a:cubicBezTo>
                  <a:lnTo>
                    <a:pt x="9818" y="4530"/>
                  </a:lnTo>
                  <a:cubicBezTo>
                    <a:pt x="9818" y="4688"/>
                    <a:pt x="9691" y="4846"/>
                    <a:pt x="9533" y="4910"/>
                  </a:cubicBezTo>
                  <a:lnTo>
                    <a:pt x="9406" y="4941"/>
                  </a:lnTo>
                  <a:lnTo>
                    <a:pt x="9374" y="5036"/>
                  </a:lnTo>
                  <a:cubicBezTo>
                    <a:pt x="9248" y="5448"/>
                    <a:pt x="9058" y="5860"/>
                    <a:pt x="8804" y="6208"/>
                  </a:cubicBezTo>
                  <a:cubicBezTo>
                    <a:pt x="8741" y="6303"/>
                    <a:pt x="8678" y="6366"/>
                    <a:pt x="8646" y="6430"/>
                  </a:cubicBezTo>
                  <a:lnTo>
                    <a:pt x="8583" y="6493"/>
                  </a:lnTo>
                  <a:lnTo>
                    <a:pt x="8583" y="7316"/>
                  </a:lnTo>
                  <a:cubicBezTo>
                    <a:pt x="8583" y="7696"/>
                    <a:pt x="8773" y="8013"/>
                    <a:pt x="9121" y="8171"/>
                  </a:cubicBezTo>
                  <a:lnTo>
                    <a:pt x="11053" y="9153"/>
                  </a:lnTo>
                  <a:cubicBezTo>
                    <a:pt x="11559" y="9407"/>
                    <a:pt x="11844" y="9882"/>
                    <a:pt x="11844" y="10420"/>
                  </a:cubicBezTo>
                  <a:lnTo>
                    <a:pt x="11844" y="10832"/>
                  </a:lnTo>
                  <a:lnTo>
                    <a:pt x="3262" y="10832"/>
                  </a:lnTo>
                  <a:lnTo>
                    <a:pt x="3262" y="10388"/>
                  </a:lnTo>
                  <a:cubicBezTo>
                    <a:pt x="3262" y="9850"/>
                    <a:pt x="3547" y="9375"/>
                    <a:pt x="4022" y="9122"/>
                  </a:cubicBezTo>
                  <a:lnTo>
                    <a:pt x="5859" y="8108"/>
                  </a:lnTo>
                  <a:cubicBezTo>
                    <a:pt x="6144" y="7950"/>
                    <a:pt x="6334" y="7633"/>
                    <a:pt x="6334" y="7285"/>
                  </a:cubicBezTo>
                  <a:lnTo>
                    <a:pt x="6334" y="6461"/>
                  </a:lnTo>
                  <a:lnTo>
                    <a:pt x="6302" y="6430"/>
                  </a:lnTo>
                  <a:lnTo>
                    <a:pt x="6302" y="6398"/>
                  </a:lnTo>
                  <a:cubicBezTo>
                    <a:pt x="6302" y="6398"/>
                    <a:pt x="6271" y="6398"/>
                    <a:pt x="6271" y="6366"/>
                  </a:cubicBezTo>
                  <a:lnTo>
                    <a:pt x="6239" y="6366"/>
                  </a:lnTo>
                  <a:cubicBezTo>
                    <a:pt x="6239" y="6335"/>
                    <a:pt x="6239" y="6335"/>
                    <a:pt x="6207" y="6303"/>
                  </a:cubicBezTo>
                  <a:cubicBezTo>
                    <a:pt x="6176" y="6271"/>
                    <a:pt x="6144" y="6208"/>
                    <a:pt x="6112" y="6145"/>
                  </a:cubicBezTo>
                  <a:cubicBezTo>
                    <a:pt x="6081" y="6113"/>
                    <a:pt x="6049" y="6081"/>
                    <a:pt x="6049" y="6050"/>
                  </a:cubicBezTo>
                  <a:lnTo>
                    <a:pt x="6017" y="6050"/>
                  </a:lnTo>
                  <a:cubicBezTo>
                    <a:pt x="5986" y="5955"/>
                    <a:pt x="5922" y="5860"/>
                    <a:pt x="5891" y="5765"/>
                  </a:cubicBezTo>
                  <a:cubicBezTo>
                    <a:pt x="5859" y="5733"/>
                    <a:pt x="5827" y="5670"/>
                    <a:pt x="5796" y="5606"/>
                  </a:cubicBezTo>
                  <a:lnTo>
                    <a:pt x="5796" y="5575"/>
                  </a:lnTo>
                  <a:cubicBezTo>
                    <a:pt x="5796" y="5575"/>
                    <a:pt x="5764" y="5543"/>
                    <a:pt x="5764" y="5511"/>
                  </a:cubicBezTo>
                  <a:cubicBezTo>
                    <a:pt x="5764" y="5511"/>
                    <a:pt x="5764" y="5480"/>
                    <a:pt x="5764" y="5480"/>
                  </a:cubicBezTo>
                  <a:cubicBezTo>
                    <a:pt x="5732" y="5448"/>
                    <a:pt x="5732" y="5416"/>
                    <a:pt x="5701" y="5385"/>
                  </a:cubicBezTo>
                  <a:cubicBezTo>
                    <a:pt x="5701" y="5353"/>
                    <a:pt x="5669" y="5290"/>
                    <a:pt x="5669" y="5226"/>
                  </a:cubicBezTo>
                  <a:lnTo>
                    <a:pt x="5637" y="5195"/>
                  </a:lnTo>
                  <a:cubicBezTo>
                    <a:pt x="5637" y="5163"/>
                    <a:pt x="5637" y="5163"/>
                    <a:pt x="5637" y="5163"/>
                  </a:cubicBezTo>
                  <a:cubicBezTo>
                    <a:pt x="5637" y="5100"/>
                    <a:pt x="5606" y="5036"/>
                    <a:pt x="5606" y="4973"/>
                  </a:cubicBezTo>
                  <a:lnTo>
                    <a:pt x="5574" y="4910"/>
                  </a:lnTo>
                  <a:lnTo>
                    <a:pt x="5511" y="4846"/>
                  </a:lnTo>
                  <a:cubicBezTo>
                    <a:pt x="5384" y="4783"/>
                    <a:pt x="5321" y="4656"/>
                    <a:pt x="5321" y="4498"/>
                  </a:cubicBezTo>
                  <a:lnTo>
                    <a:pt x="5321" y="3706"/>
                  </a:lnTo>
                  <a:cubicBezTo>
                    <a:pt x="5321" y="3579"/>
                    <a:pt x="5352" y="3484"/>
                    <a:pt x="5447" y="3389"/>
                  </a:cubicBezTo>
                  <a:lnTo>
                    <a:pt x="5511" y="3326"/>
                  </a:lnTo>
                  <a:lnTo>
                    <a:pt x="5511" y="1996"/>
                  </a:lnTo>
                  <a:cubicBezTo>
                    <a:pt x="5511" y="1838"/>
                    <a:pt x="5511" y="1394"/>
                    <a:pt x="5827" y="1014"/>
                  </a:cubicBezTo>
                  <a:cubicBezTo>
                    <a:pt x="6176" y="634"/>
                    <a:pt x="6746" y="413"/>
                    <a:pt x="7569" y="413"/>
                  </a:cubicBezTo>
                  <a:close/>
                  <a:moveTo>
                    <a:pt x="7569" y="1"/>
                  </a:moveTo>
                  <a:cubicBezTo>
                    <a:pt x="6651" y="1"/>
                    <a:pt x="5954" y="254"/>
                    <a:pt x="5542" y="729"/>
                  </a:cubicBezTo>
                  <a:cubicBezTo>
                    <a:pt x="5257" y="1046"/>
                    <a:pt x="5131" y="1426"/>
                    <a:pt x="5131" y="1711"/>
                  </a:cubicBezTo>
                  <a:cubicBezTo>
                    <a:pt x="4782" y="1521"/>
                    <a:pt x="4339" y="1426"/>
                    <a:pt x="3896" y="1426"/>
                  </a:cubicBezTo>
                  <a:cubicBezTo>
                    <a:pt x="1774" y="1426"/>
                    <a:pt x="1647" y="3231"/>
                    <a:pt x="1647" y="3263"/>
                  </a:cubicBezTo>
                  <a:lnTo>
                    <a:pt x="1647" y="4213"/>
                  </a:lnTo>
                  <a:cubicBezTo>
                    <a:pt x="1520" y="4340"/>
                    <a:pt x="1425" y="4530"/>
                    <a:pt x="1425" y="4688"/>
                  </a:cubicBezTo>
                  <a:lnTo>
                    <a:pt x="1425" y="5385"/>
                  </a:lnTo>
                  <a:cubicBezTo>
                    <a:pt x="1425" y="5606"/>
                    <a:pt x="1520" y="5828"/>
                    <a:pt x="1710" y="5955"/>
                  </a:cubicBezTo>
                  <a:cubicBezTo>
                    <a:pt x="1869" y="6588"/>
                    <a:pt x="2280" y="7063"/>
                    <a:pt x="2439" y="7253"/>
                  </a:cubicBezTo>
                  <a:lnTo>
                    <a:pt x="2439" y="7791"/>
                  </a:lnTo>
                  <a:cubicBezTo>
                    <a:pt x="2439" y="7950"/>
                    <a:pt x="2344" y="8108"/>
                    <a:pt x="2217" y="8203"/>
                  </a:cubicBezTo>
                  <a:lnTo>
                    <a:pt x="855" y="9027"/>
                  </a:lnTo>
                  <a:cubicBezTo>
                    <a:pt x="317" y="9312"/>
                    <a:pt x="0" y="9882"/>
                    <a:pt x="0" y="10452"/>
                  </a:cubicBezTo>
                  <a:lnTo>
                    <a:pt x="0" y="11243"/>
                  </a:lnTo>
                  <a:lnTo>
                    <a:pt x="12256" y="11243"/>
                  </a:lnTo>
                  <a:lnTo>
                    <a:pt x="12256" y="10420"/>
                  </a:lnTo>
                  <a:cubicBezTo>
                    <a:pt x="12256" y="9723"/>
                    <a:pt x="11876" y="9090"/>
                    <a:pt x="11243" y="8773"/>
                  </a:cubicBezTo>
                  <a:lnTo>
                    <a:pt x="9279" y="7791"/>
                  </a:lnTo>
                  <a:cubicBezTo>
                    <a:pt x="9121" y="7696"/>
                    <a:pt x="8994" y="7506"/>
                    <a:pt x="8994" y="7316"/>
                  </a:cubicBezTo>
                  <a:lnTo>
                    <a:pt x="8994" y="6620"/>
                  </a:lnTo>
                  <a:cubicBezTo>
                    <a:pt x="9058" y="6556"/>
                    <a:pt x="9089" y="6493"/>
                    <a:pt x="9153" y="6430"/>
                  </a:cubicBezTo>
                  <a:cubicBezTo>
                    <a:pt x="9406" y="6081"/>
                    <a:pt x="9596" y="5670"/>
                    <a:pt x="9754" y="5226"/>
                  </a:cubicBezTo>
                  <a:cubicBezTo>
                    <a:pt x="10039" y="5100"/>
                    <a:pt x="10229" y="4815"/>
                    <a:pt x="10229" y="4498"/>
                  </a:cubicBezTo>
                  <a:lnTo>
                    <a:pt x="10229" y="3674"/>
                  </a:lnTo>
                  <a:cubicBezTo>
                    <a:pt x="10229" y="3484"/>
                    <a:pt x="10134" y="3294"/>
                    <a:pt x="10008" y="3136"/>
                  </a:cubicBezTo>
                  <a:lnTo>
                    <a:pt x="10008" y="2059"/>
                  </a:lnTo>
                  <a:cubicBezTo>
                    <a:pt x="10039" y="1964"/>
                    <a:pt x="10071" y="1268"/>
                    <a:pt x="9596" y="729"/>
                  </a:cubicBezTo>
                  <a:cubicBezTo>
                    <a:pt x="9153" y="254"/>
                    <a:pt x="8488" y="1"/>
                    <a:pt x="7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3856449d911_0_68"/>
            <p:cNvSpPr/>
            <p:nvPr/>
          </p:nvSpPr>
          <p:spPr>
            <a:xfrm>
              <a:off x="6533133" y="1361318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856449d911_0_68"/>
            <p:cNvSpPr/>
            <p:nvPr/>
          </p:nvSpPr>
          <p:spPr>
            <a:xfrm>
              <a:off x="6323089" y="1446524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g3856449d911_0_68"/>
          <p:cNvSpPr txBox="1"/>
          <p:nvPr/>
        </p:nvSpPr>
        <p:spPr>
          <a:xfrm>
            <a:off x="913875" y="1819149"/>
            <a:ext cx="2990700" cy="26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Los procesos de inscripción y gestión académica en muchas instituciones aún son manuales, lo que genera </a:t>
            </a:r>
            <a:r>
              <a:rPr lang="en" sz="1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baja eficiencia</a:t>
            </a:r>
            <a:r>
              <a:rPr lang="en"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" sz="1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dificultad para administrar horarios y salas</a:t>
            </a:r>
            <a:r>
              <a:rPr lang="en"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" sz="1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poca flexibilidad</a:t>
            </a:r>
            <a:r>
              <a:rPr lang="en"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en la asignación de profesores y </a:t>
            </a:r>
            <a:r>
              <a:rPr lang="en" sz="1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escasa orientación a los estudiantes</a:t>
            </a:r>
            <a:r>
              <a:rPr lang="en"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al momento de inscribir asignaturas.</a:t>
            </a:r>
            <a:endParaRPr sz="1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" name="Google Shape;101;g3856449d911_0_68"/>
          <p:cNvSpPr txBox="1"/>
          <p:nvPr/>
        </p:nvSpPr>
        <p:spPr>
          <a:xfrm>
            <a:off x="5298350" y="1803050"/>
            <a:ext cx="2990700" cy="26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Horus ofrece una plataforma que </a:t>
            </a:r>
            <a:r>
              <a:rPr lang="en" sz="1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automatiza la inscripción y gestión de asignaturas</a:t>
            </a:r>
            <a:r>
              <a:rPr lang="en"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validando prerrequisitos y cupos en tiempo real, optimizando horarios y salas mediante </a:t>
            </a:r>
            <a:r>
              <a:rPr lang="en" sz="1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inteligencia artificial</a:t>
            </a:r>
            <a:r>
              <a:rPr lang="en"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e </a:t>
            </a:r>
            <a:r>
              <a:rPr lang="en" sz="1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integrándose</a:t>
            </a:r>
            <a:r>
              <a:rPr lang="en"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" sz="1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 las bases de datos institucionales</a:t>
            </a:r>
            <a:r>
              <a:rPr lang="en"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para entregar eficiencia, escalabilidad y personalización.</a:t>
            </a:r>
            <a:endParaRPr sz="1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85652bf586_0_29"/>
          <p:cNvGrpSpPr/>
          <p:nvPr/>
        </p:nvGrpSpPr>
        <p:grpSpPr>
          <a:xfrm>
            <a:off x="973216" y="1087973"/>
            <a:ext cx="2112291" cy="3228610"/>
            <a:chOff x="680166" y="937073"/>
            <a:chExt cx="2112291" cy="3228610"/>
          </a:xfrm>
        </p:grpSpPr>
        <p:sp>
          <p:nvSpPr>
            <p:cNvPr id="107" name="Google Shape;107;g385652bf586_0_29"/>
            <p:cNvSpPr/>
            <p:nvPr/>
          </p:nvSpPr>
          <p:spPr>
            <a:xfrm>
              <a:off x="1065189" y="3325504"/>
              <a:ext cx="579599" cy="579599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85652bf586_0_29"/>
            <p:cNvSpPr/>
            <p:nvPr/>
          </p:nvSpPr>
          <p:spPr>
            <a:xfrm>
              <a:off x="1118540" y="3379912"/>
              <a:ext cx="472896" cy="471839"/>
            </a:xfrm>
            <a:custGeom>
              <a:avLst/>
              <a:gdLst/>
              <a:ahLst/>
              <a:cxnLst/>
              <a:rect l="l" t="t" r="r" b="b"/>
              <a:pathLst>
                <a:path w="14315" h="14283" extrusionOk="0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85652bf586_0_29"/>
            <p:cNvSpPr/>
            <p:nvPr/>
          </p:nvSpPr>
          <p:spPr>
            <a:xfrm>
              <a:off x="1992085" y="1448653"/>
              <a:ext cx="556607" cy="556607"/>
            </a:xfrm>
            <a:custGeom>
              <a:avLst/>
              <a:gdLst/>
              <a:ahLst/>
              <a:cxnLst/>
              <a:rect l="l" t="t" r="r" b="b"/>
              <a:pathLst>
                <a:path w="16849" h="16849" extrusionOk="0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85652bf586_0_29"/>
            <p:cNvSpPr/>
            <p:nvPr/>
          </p:nvSpPr>
          <p:spPr>
            <a:xfrm>
              <a:off x="2237964" y="1698497"/>
              <a:ext cx="63824" cy="56093"/>
            </a:xfrm>
            <a:custGeom>
              <a:avLst/>
              <a:gdLst/>
              <a:ahLst/>
              <a:cxnLst/>
              <a:rect l="l" t="t" r="r" b="b"/>
              <a:pathLst>
                <a:path w="1932" h="1698" extrusionOk="0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85652bf586_0_29"/>
            <p:cNvSpPr/>
            <p:nvPr/>
          </p:nvSpPr>
          <p:spPr>
            <a:xfrm>
              <a:off x="2107179" y="1563714"/>
              <a:ext cx="326452" cy="325692"/>
            </a:xfrm>
            <a:custGeom>
              <a:avLst/>
              <a:gdLst/>
              <a:ahLst/>
              <a:cxnLst/>
              <a:rect l="l" t="t" r="r" b="b"/>
              <a:pathLst>
                <a:path w="9882" h="9859" extrusionOk="0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85652bf586_0_29"/>
            <p:cNvSpPr/>
            <p:nvPr/>
          </p:nvSpPr>
          <p:spPr>
            <a:xfrm>
              <a:off x="2447208" y="1159894"/>
              <a:ext cx="330614" cy="327245"/>
            </a:xfrm>
            <a:custGeom>
              <a:avLst/>
              <a:gdLst/>
              <a:ahLst/>
              <a:cxnLst/>
              <a:rect l="l" t="t" r="r" b="b"/>
              <a:pathLst>
                <a:path w="10008" h="9906" extrusionOk="0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85652bf586_0_29"/>
            <p:cNvSpPr/>
            <p:nvPr/>
          </p:nvSpPr>
          <p:spPr>
            <a:xfrm>
              <a:off x="2507860" y="1191443"/>
              <a:ext cx="207196" cy="183840"/>
            </a:xfrm>
            <a:custGeom>
              <a:avLst/>
              <a:gdLst/>
              <a:ahLst/>
              <a:cxnLst/>
              <a:rect l="l" t="t" r="r" b="b"/>
              <a:pathLst>
                <a:path w="6272" h="5565" extrusionOk="0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85652bf586_0_29"/>
            <p:cNvSpPr/>
            <p:nvPr/>
          </p:nvSpPr>
          <p:spPr>
            <a:xfrm>
              <a:off x="2559131" y="1226856"/>
              <a:ext cx="106736" cy="137095"/>
            </a:xfrm>
            <a:custGeom>
              <a:avLst/>
              <a:gdLst/>
              <a:ahLst/>
              <a:cxnLst/>
              <a:rect l="l" t="t" r="r" b="b"/>
              <a:pathLst>
                <a:path w="3231" h="4150" extrusionOk="0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85652bf586_0_29"/>
            <p:cNvSpPr/>
            <p:nvPr/>
          </p:nvSpPr>
          <p:spPr>
            <a:xfrm>
              <a:off x="771210" y="3734543"/>
              <a:ext cx="418487" cy="351823"/>
            </a:xfrm>
            <a:custGeom>
              <a:avLst/>
              <a:gdLst/>
              <a:ahLst/>
              <a:cxnLst/>
              <a:rect l="l" t="t" r="r" b="b"/>
              <a:pathLst>
                <a:path w="12668" h="10650" extrusionOk="0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85652bf586_0_29"/>
            <p:cNvSpPr/>
            <p:nvPr/>
          </p:nvSpPr>
          <p:spPr>
            <a:xfrm>
              <a:off x="680166" y="3780165"/>
              <a:ext cx="397609" cy="346735"/>
            </a:xfrm>
            <a:custGeom>
              <a:avLst/>
              <a:gdLst/>
              <a:ahLst/>
              <a:cxnLst/>
              <a:rect l="l" t="t" r="r" b="b"/>
              <a:pathLst>
                <a:path w="12036" h="10496" extrusionOk="0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85652bf586_0_29"/>
            <p:cNvSpPr/>
            <p:nvPr/>
          </p:nvSpPr>
          <p:spPr>
            <a:xfrm>
              <a:off x="705306" y="3837084"/>
              <a:ext cx="419545" cy="328599"/>
            </a:xfrm>
            <a:custGeom>
              <a:avLst/>
              <a:gdLst/>
              <a:ahLst/>
              <a:cxnLst/>
              <a:rect l="l" t="t" r="r" b="b"/>
              <a:pathLst>
                <a:path w="12700" h="9947" extrusionOk="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85652bf586_0_29"/>
            <p:cNvSpPr/>
            <p:nvPr/>
          </p:nvSpPr>
          <p:spPr>
            <a:xfrm>
              <a:off x="1227325" y="3473798"/>
              <a:ext cx="255328" cy="296357"/>
            </a:xfrm>
            <a:custGeom>
              <a:avLst/>
              <a:gdLst/>
              <a:ahLst/>
              <a:cxnLst/>
              <a:rect l="l" t="t" r="r" b="b"/>
              <a:pathLst>
                <a:path w="7729" h="8971" extrusionOk="0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85652bf586_0_29"/>
            <p:cNvSpPr/>
            <p:nvPr/>
          </p:nvSpPr>
          <p:spPr>
            <a:xfrm>
              <a:off x="1290124" y="3557211"/>
              <a:ext cx="129728" cy="118265"/>
            </a:xfrm>
            <a:custGeom>
              <a:avLst/>
              <a:gdLst/>
              <a:ahLst/>
              <a:cxnLst/>
              <a:rect l="l" t="t" r="r" b="b"/>
              <a:pathLst>
                <a:path w="3927" h="3580" extrusionOk="0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85652bf586_0_29"/>
            <p:cNvSpPr/>
            <p:nvPr/>
          </p:nvSpPr>
          <p:spPr>
            <a:xfrm>
              <a:off x="1231520" y="1700776"/>
              <a:ext cx="1161312" cy="1980448"/>
            </a:xfrm>
            <a:custGeom>
              <a:avLst/>
              <a:gdLst/>
              <a:ahLst/>
              <a:cxnLst/>
              <a:rect l="l" t="t" r="r" b="b"/>
              <a:pathLst>
                <a:path w="35154" h="59950" extrusionOk="0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85652bf586_0_29"/>
            <p:cNvSpPr/>
            <p:nvPr/>
          </p:nvSpPr>
          <p:spPr>
            <a:xfrm>
              <a:off x="2174141" y="3233435"/>
              <a:ext cx="473953" cy="865220"/>
            </a:xfrm>
            <a:custGeom>
              <a:avLst/>
              <a:gdLst/>
              <a:ahLst/>
              <a:cxnLst/>
              <a:rect l="l" t="t" r="r" b="b"/>
              <a:pathLst>
                <a:path w="14347" h="26191" extrusionOk="0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85652bf586_0_29"/>
            <p:cNvSpPr/>
            <p:nvPr/>
          </p:nvSpPr>
          <p:spPr>
            <a:xfrm>
              <a:off x="2155311" y="3249127"/>
              <a:ext cx="469758" cy="855805"/>
            </a:xfrm>
            <a:custGeom>
              <a:avLst/>
              <a:gdLst/>
              <a:ahLst/>
              <a:cxnLst/>
              <a:rect l="l" t="t" r="r" b="b"/>
              <a:pathLst>
                <a:path w="14220" h="25906" extrusionOk="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85652bf586_0_29"/>
            <p:cNvSpPr/>
            <p:nvPr/>
          </p:nvSpPr>
          <p:spPr>
            <a:xfrm>
              <a:off x="2335252" y="3302478"/>
              <a:ext cx="110932" cy="27221"/>
            </a:xfrm>
            <a:custGeom>
              <a:avLst/>
              <a:gdLst/>
              <a:ahLst/>
              <a:cxnLst/>
              <a:rect l="l" t="t" r="r" b="b"/>
              <a:pathLst>
                <a:path w="3358" h="824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85652bf586_0_29"/>
            <p:cNvSpPr/>
            <p:nvPr/>
          </p:nvSpPr>
          <p:spPr>
            <a:xfrm>
              <a:off x="2294454" y="3303536"/>
              <a:ext cx="27221" cy="26164"/>
            </a:xfrm>
            <a:custGeom>
              <a:avLst/>
              <a:gdLst/>
              <a:ahLst/>
              <a:cxnLst/>
              <a:rect l="l" t="t" r="r" b="b"/>
              <a:pathLst>
                <a:path w="824" h="792" extrusionOk="0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85652bf586_0_29"/>
            <p:cNvSpPr/>
            <p:nvPr/>
          </p:nvSpPr>
          <p:spPr>
            <a:xfrm>
              <a:off x="2347806" y="3998196"/>
              <a:ext cx="80572" cy="79548"/>
            </a:xfrm>
            <a:custGeom>
              <a:avLst/>
              <a:gdLst/>
              <a:ahLst/>
              <a:cxnLst/>
              <a:rect l="l" t="t" r="r" b="b"/>
              <a:pathLst>
                <a:path w="2439" h="2408" extrusionOk="0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85652bf586_0_29"/>
            <p:cNvSpPr/>
            <p:nvPr/>
          </p:nvSpPr>
          <p:spPr>
            <a:xfrm>
              <a:off x="2202386" y="3376774"/>
              <a:ext cx="380827" cy="594234"/>
            </a:xfrm>
            <a:custGeom>
              <a:avLst/>
              <a:gdLst/>
              <a:ahLst/>
              <a:cxnLst/>
              <a:rect l="l" t="t" r="r" b="b"/>
              <a:pathLst>
                <a:path w="11528" h="17988" extrusionOk="0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85652bf586_0_29"/>
            <p:cNvSpPr/>
            <p:nvPr/>
          </p:nvSpPr>
          <p:spPr>
            <a:xfrm>
              <a:off x="2230631" y="3522194"/>
              <a:ext cx="326452" cy="297381"/>
            </a:xfrm>
            <a:custGeom>
              <a:avLst/>
              <a:gdLst/>
              <a:ahLst/>
              <a:cxnLst/>
              <a:rect l="l" t="t" r="r" b="b"/>
              <a:pathLst>
                <a:path w="9882" h="9002" extrusionOk="0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85652bf586_0_29"/>
            <p:cNvSpPr/>
            <p:nvPr/>
          </p:nvSpPr>
          <p:spPr>
            <a:xfrm>
              <a:off x="2324780" y="3577858"/>
              <a:ext cx="157841" cy="183939"/>
            </a:xfrm>
            <a:custGeom>
              <a:avLst/>
              <a:gdLst/>
              <a:ahLst/>
              <a:cxnLst/>
              <a:rect l="l" t="t" r="r" b="b"/>
              <a:pathLst>
                <a:path w="4778" h="5568" extrusionOk="0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385652bf586_0_29"/>
            <p:cNvSpPr/>
            <p:nvPr/>
          </p:nvSpPr>
          <p:spPr>
            <a:xfrm>
              <a:off x="1055774" y="2095181"/>
              <a:ext cx="1427013" cy="833836"/>
            </a:xfrm>
            <a:custGeom>
              <a:avLst/>
              <a:gdLst/>
              <a:ahLst/>
              <a:cxnLst/>
              <a:rect l="l" t="t" r="r" b="b"/>
              <a:pathLst>
                <a:path w="43197" h="25241" extrusionOk="0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385652bf586_0_29"/>
            <p:cNvSpPr/>
            <p:nvPr/>
          </p:nvSpPr>
          <p:spPr>
            <a:xfrm>
              <a:off x="1043221" y="2107735"/>
              <a:ext cx="1427013" cy="823397"/>
            </a:xfrm>
            <a:custGeom>
              <a:avLst/>
              <a:gdLst/>
              <a:ahLst/>
              <a:cxnLst/>
              <a:rect l="l" t="t" r="r" b="b"/>
              <a:pathLst>
                <a:path w="43197" h="24925" extrusionOk="0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385652bf586_0_29"/>
            <p:cNvSpPr/>
            <p:nvPr/>
          </p:nvSpPr>
          <p:spPr>
            <a:xfrm>
              <a:off x="762820" y="2928985"/>
              <a:ext cx="2029637" cy="226025"/>
            </a:xfrm>
            <a:custGeom>
              <a:avLst/>
              <a:gdLst/>
              <a:ahLst/>
              <a:cxnLst/>
              <a:rect l="l" t="t" r="r" b="b"/>
              <a:pathLst>
                <a:path w="61439" h="6842" extrusionOk="0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385652bf586_0_29"/>
            <p:cNvSpPr/>
            <p:nvPr/>
          </p:nvSpPr>
          <p:spPr>
            <a:xfrm>
              <a:off x="762820" y="2931099"/>
              <a:ext cx="2005588" cy="121371"/>
            </a:xfrm>
            <a:custGeom>
              <a:avLst/>
              <a:gdLst/>
              <a:ahLst/>
              <a:cxnLst/>
              <a:rect l="l" t="t" r="r" b="b"/>
              <a:pathLst>
                <a:path w="60711" h="3674" extrusionOk="0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385652bf586_0_29"/>
            <p:cNvSpPr/>
            <p:nvPr/>
          </p:nvSpPr>
          <p:spPr>
            <a:xfrm>
              <a:off x="1469009" y="2966645"/>
              <a:ext cx="583795" cy="56523"/>
            </a:xfrm>
            <a:custGeom>
              <a:avLst/>
              <a:gdLst/>
              <a:ahLst/>
              <a:cxnLst/>
              <a:rect l="l" t="t" r="r" b="b"/>
              <a:pathLst>
                <a:path w="17672" h="1711" extrusionOk="0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385652bf586_0_29"/>
            <p:cNvSpPr/>
            <p:nvPr/>
          </p:nvSpPr>
          <p:spPr>
            <a:xfrm>
              <a:off x="1122703" y="2174697"/>
              <a:ext cx="1277430" cy="752240"/>
            </a:xfrm>
            <a:custGeom>
              <a:avLst/>
              <a:gdLst/>
              <a:ahLst/>
              <a:cxnLst/>
              <a:rect l="l" t="t" r="r" b="b"/>
              <a:pathLst>
                <a:path w="38669" h="22771" extrusionOk="0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85652bf586_0_29"/>
            <p:cNvSpPr/>
            <p:nvPr/>
          </p:nvSpPr>
          <p:spPr>
            <a:xfrm>
              <a:off x="1454374" y="2275585"/>
              <a:ext cx="619373" cy="558391"/>
            </a:xfrm>
            <a:custGeom>
              <a:avLst/>
              <a:gdLst/>
              <a:ahLst/>
              <a:cxnLst/>
              <a:rect l="l" t="t" r="r" b="b"/>
              <a:pathLst>
                <a:path w="18749" h="16903" extrusionOk="0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385652bf586_0_29"/>
            <p:cNvSpPr/>
            <p:nvPr/>
          </p:nvSpPr>
          <p:spPr>
            <a:xfrm>
              <a:off x="1631178" y="2376606"/>
              <a:ext cx="266791" cy="355721"/>
            </a:xfrm>
            <a:custGeom>
              <a:avLst/>
              <a:gdLst/>
              <a:ahLst/>
              <a:cxnLst/>
              <a:rect l="l" t="t" r="r" b="b"/>
              <a:pathLst>
                <a:path w="8076" h="10768" extrusionOk="0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385652bf586_0_29"/>
            <p:cNvSpPr/>
            <p:nvPr/>
          </p:nvSpPr>
          <p:spPr>
            <a:xfrm>
              <a:off x="793179" y="937073"/>
              <a:ext cx="699913" cy="915433"/>
            </a:xfrm>
            <a:custGeom>
              <a:avLst/>
              <a:gdLst/>
              <a:ahLst/>
              <a:cxnLst/>
              <a:rect l="l" t="t" r="r" b="b"/>
              <a:pathLst>
                <a:path w="21187" h="27711" extrusionOk="0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85652bf586_0_29"/>
            <p:cNvSpPr/>
            <p:nvPr/>
          </p:nvSpPr>
          <p:spPr>
            <a:xfrm>
              <a:off x="773292" y="957984"/>
              <a:ext cx="699946" cy="914409"/>
            </a:xfrm>
            <a:custGeom>
              <a:avLst/>
              <a:gdLst/>
              <a:ahLst/>
              <a:cxnLst/>
              <a:rect l="l" t="t" r="r" b="b"/>
              <a:pathLst>
                <a:path w="21188" h="27680" extrusionOk="0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85652bf586_0_29"/>
            <p:cNvSpPr/>
            <p:nvPr/>
          </p:nvSpPr>
          <p:spPr>
            <a:xfrm>
              <a:off x="1082962" y="1765624"/>
              <a:ext cx="80605" cy="80605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85652bf586_0_29"/>
            <p:cNvSpPr/>
            <p:nvPr/>
          </p:nvSpPr>
          <p:spPr>
            <a:xfrm>
              <a:off x="826643" y="1018670"/>
              <a:ext cx="593209" cy="725019"/>
            </a:xfrm>
            <a:custGeom>
              <a:avLst/>
              <a:gdLst/>
              <a:ahLst/>
              <a:cxnLst/>
              <a:rect l="l" t="t" r="r" b="b"/>
              <a:pathLst>
                <a:path w="17957" h="21947" extrusionOk="0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85652bf586_0_29"/>
            <p:cNvSpPr/>
            <p:nvPr/>
          </p:nvSpPr>
          <p:spPr>
            <a:xfrm>
              <a:off x="907216" y="1196894"/>
              <a:ext cx="432098" cy="380101"/>
            </a:xfrm>
            <a:custGeom>
              <a:avLst/>
              <a:gdLst/>
              <a:ahLst/>
              <a:cxnLst/>
              <a:rect l="l" t="t" r="r" b="b"/>
              <a:pathLst>
                <a:path w="13080" h="11506" extrusionOk="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85652bf586_0_29"/>
            <p:cNvSpPr/>
            <p:nvPr/>
          </p:nvSpPr>
          <p:spPr>
            <a:xfrm>
              <a:off x="1009723" y="1288202"/>
              <a:ext cx="227050" cy="206502"/>
            </a:xfrm>
            <a:custGeom>
              <a:avLst/>
              <a:gdLst/>
              <a:ahLst/>
              <a:cxnLst/>
              <a:rect l="l" t="t" r="r" b="b"/>
              <a:pathLst>
                <a:path w="6873" h="6251" extrusionOk="0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g385652bf586_0_29"/>
          <p:cNvSpPr txBox="1"/>
          <p:nvPr/>
        </p:nvSpPr>
        <p:spPr>
          <a:xfrm>
            <a:off x="45720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Objetivo General</a:t>
            </a:r>
            <a:endParaRPr sz="25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4" name="Google Shape;144;g385652bf586_0_29"/>
          <p:cNvSpPr txBox="1"/>
          <p:nvPr/>
        </p:nvSpPr>
        <p:spPr>
          <a:xfrm>
            <a:off x="3812474" y="1516829"/>
            <a:ext cx="3536700" cy="23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Implemetar una aplicación web para inscripciones académicas, integrando distintos motores de bases de datos y generando recomendaciones de horarios con apoyo de inteligencia artificial.</a:t>
            </a:r>
            <a:endParaRPr sz="1400" b="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5" name="Google Shape;145;g385652bf586_0_29"/>
          <p:cNvSpPr/>
          <p:nvPr/>
        </p:nvSpPr>
        <p:spPr>
          <a:xfrm>
            <a:off x="3541973" y="1191275"/>
            <a:ext cx="4077797" cy="3021996"/>
          </a:xfrm>
          <a:custGeom>
            <a:avLst/>
            <a:gdLst/>
            <a:ahLst/>
            <a:cxnLst/>
            <a:rect l="l" t="t" r="r" b="b"/>
            <a:pathLst>
              <a:path w="52888" h="59032" fill="none" extrusionOk="0">
                <a:moveTo>
                  <a:pt x="50259" y="59032"/>
                </a:moveTo>
                <a:lnTo>
                  <a:pt x="2629" y="59032"/>
                </a:lnTo>
                <a:cubicBezTo>
                  <a:pt x="1172" y="59032"/>
                  <a:pt x="0" y="57860"/>
                  <a:pt x="0" y="56403"/>
                </a:cubicBezTo>
                <a:lnTo>
                  <a:pt x="0" y="2629"/>
                </a:lnTo>
                <a:cubicBezTo>
                  <a:pt x="0" y="1173"/>
                  <a:pt x="1172" y="1"/>
                  <a:pt x="2629" y="1"/>
                </a:cubicBezTo>
                <a:lnTo>
                  <a:pt x="50259" y="1"/>
                </a:lnTo>
                <a:cubicBezTo>
                  <a:pt x="51716" y="1"/>
                  <a:pt x="52888" y="1173"/>
                  <a:pt x="52888" y="2629"/>
                </a:cubicBezTo>
                <a:lnTo>
                  <a:pt x="52888" y="56403"/>
                </a:lnTo>
                <a:cubicBezTo>
                  <a:pt x="52888" y="57860"/>
                  <a:pt x="51716" y="59032"/>
                  <a:pt x="50259" y="59032"/>
                </a:cubicBezTo>
                <a:close/>
              </a:path>
            </a:pathLst>
          </a:custGeom>
          <a:noFill/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/>
        </p:nvSpPr>
        <p:spPr>
          <a:xfrm>
            <a:off x="457200" y="1334275"/>
            <a:ext cx="2228100" cy="24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Objetivos específicos</a:t>
            </a:r>
            <a:endParaRPr sz="28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4407354" y="457651"/>
            <a:ext cx="2815500" cy="3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0" i="0" u="none" strike="noStrike" cap="none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300" b="0" i="0" u="none" strike="noStrike" cap="none">
              <a:solidFill>
                <a:srgbClr val="CCCCCC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4407350" y="760189"/>
            <a:ext cx="40461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Diseñar la arquitectura de la aplicación integrando distintos motores de base de datos y gestión académica.</a:t>
            </a:r>
            <a:endParaRPr sz="11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4407362" y="1539649"/>
            <a:ext cx="2815500" cy="3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0" i="0" u="none" strike="noStrike" cap="none">
                <a:solidFill>
                  <a:srgbClr val="30475E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300" b="0" i="0" u="none" strike="noStrike" cap="none">
              <a:solidFill>
                <a:srgbClr val="30475E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4407350" y="1852582"/>
            <a:ext cx="40461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Implementar módulos para administrar asignaturas, usuarios y horarios de forma centralizada.</a:t>
            </a:r>
            <a:endParaRPr sz="11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4407362" y="2657412"/>
            <a:ext cx="2815500" cy="3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0" i="0" u="none" strike="noStrike" cap="none">
                <a:solidFill>
                  <a:srgbClr val="F2A36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300" b="0" i="0" u="none" strike="noStrike" cap="none">
              <a:solidFill>
                <a:srgbClr val="F2A36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4407350" y="2970345"/>
            <a:ext cx="40461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Desarrollar un componente de IA que recomiende horarios personalizados a los estudiantes.</a:t>
            </a:r>
            <a:endParaRPr sz="11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4407354" y="3726480"/>
            <a:ext cx="2815500" cy="3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0" i="0" u="none" strike="noStrike" cap="none">
                <a:solidFill>
                  <a:srgbClr val="22283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300" b="0" i="0" u="none" strike="noStrike" cap="none">
              <a:solidFill>
                <a:srgbClr val="22283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4407350" y="4039435"/>
            <a:ext cx="40461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Evaluar el sistema con pruebas de usabilidad y funcionamiento.</a:t>
            </a:r>
            <a:endParaRPr sz="11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59" name="Google Shape;159;p6"/>
          <p:cNvCxnSpPr/>
          <p:nvPr/>
        </p:nvCxnSpPr>
        <p:spPr>
          <a:xfrm>
            <a:off x="4489915" y="760188"/>
            <a:ext cx="3474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6"/>
          <p:cNvCxnSpPr/>
          <p:nvPr/>
        </p:nvCxnSpPr>
        <p:spPr>
          <a:xfrm>
            <a:off x="4489915" y="1852582"/>
            <a:ext cx="347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" name="Google Shape;161;p6"/>
          <p:cNvCxnSpPr/>
          <p:nvPr/>
        </p:nvCxnSpPr>
        <p:spPr>
          <a:xfrm>
            <a:off x="4489915" y="2970345"/>
            <a:ext cx="347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Google Shape;162;p6"/>
          <p:cNvCxnSpPr/>
          <p:nvPr/>
        </p:nvCxnSpPr>
        <p:spPr>
          <a:xfrm>
            <a:off x="4489915" y="4039413"/>
            <a:ext cx="347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p6"/>
          <p:cNvSpPr/>
          <p:nvPr/>
        </p:nvSpPr>
        <p:spPr>
          <a:xfrm>
            <a:off x="2685300" y="1866938"/>
            <a:ext cx="1409664" cy="1409634"/>
          </a:xfrm>
          <a:custGeom>
            <a:avLst/>
            <a:gdLst/>
            <a:ahLst/>
            <a:cxnLst/>
            <a:rect l="l" t="t" r="r" b="b"/>
            <a:pathLst>
              <a:path w="46302" h="46301" extrusionOk="0">
                <a:moveTo>
                  <a:pt x="23151" y="1"/>
                </a:moveTo>
                <a:cubicBezTo>
                  <a:pt x="10357" y="1"/>
                  <a:pt x="1" y="10356"/>
                  <a:pt x="1" y="23151"/>
                </a:cubicBezTo>
                <a:cubicBezTo>
                  <a:pt x="1" y="35945"/>
                  <a:pt x="10357" y="46301"/>
                  <a:pt x="23151" y="46301"/>
                </a:cubicBezTo>
                <a:cubicBezTo>
                  <a:pt x="35945" y="46301"/>
                  <a:pt x="46301" y="35945"/>
                  <a:pt x="46301" y="23151"/>
                </a:cubicBezTo>
                <a:cubicBezTo>
                  <a:pt x="46301" y="10356"/>
                  <a:pt x="35945" y="1"/>
                  <a:pt x="23151" y="1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62825" tIns="62825" rIns="62825" bIns="62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2"/>
              <a:buFont typeface="Arial"/>
              <a:buNone/>
            </a:pPr>
            <a:endParaRPr sz="9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720007" y="1962140"/>
            <a:ext cx="1339276" cy="1219231"/>
          </a:xfrm>
          <a:custGeom>
            <a:avLst/>
            <a:gdLst/>
            <a:ahLst/>
            <a:cxnLst/>
            <a:rect l="l" t="t" r="r" b="b"/>
            <a:pathLst>
              <a:path w="43990" h="40047" extrusionOk="0">
                <a:moveTo>
                  <a:pt x="21995" y="1"/>
                </a:moveTo>
                <a:cubicBezTo>
                  <a:pt x="16865" y="1"/>
                  <a:pt x="11734" y="1957"/>
                  <a:pt x="7823" y="5868"/>
                </a:cubicBezTo>
                <a:cubicBezTo>
                  <a:pt x="1" y="13690"/>
                  <a:pt x="1" y="26357"/>
                  <a:pt x="7823" y="34180"/>
                </a:cubicBezTo>
                <a:cubicBezTo>
                  <a:pt x="11734" y="38091"/>
                  <a:pt x="16865" y="40046"/>
                  <a:pt x="21995" y="40046"/>
                </a:cubicBezTo>
                <a:cubicBezTo>
                  <a:pt x="27126" y="40046"/>
                  <a:pt x="32256" y="38091"/>
                  <a:pt x="36167" y="34180"/>
                </a:cubicBezTo>
                <a:cubicBezTo>
                  <a:pt x="43989" y="26357"/>
                  <a:pt x="43989" y="13690"/>
                  <a:pt x="36167" y="5868"/>
                </a:cubicBezTo>
                <a:cubicBezTo>
                  <a:pt x="32256" y="1957"/>
                  <a:pt x="27126" y="1"/>
                  <a:pt x="2199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62825" tIns="62825" rIns="62825" bIns="62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2"/>
              <a:buFont typeface="Arial"/>
              <a:buNone/>
            </a:pPr>
            <a:endParaRPr sz="9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988044" y="2294053"/>
            <a:ext cx="803200" cy="479235"/>
          </a:xfrm>
          <a:custGeom>
            <a:avLst/>
            <a:gdLst/>
            <a:ahLst/>
            <a:cxnLst/>
            <a:rect l="l" t="t" r="r" b="b"/>
            <a:pathLst>
              <a:path w="26382" h="15741" extrusionOk="0">
                <a:moveTo>
                  <a:pt x="23499" y="983"/>
                </a:moveTo>
                <a:cubicBezTo>
                  <a:pt x="24544" y="983"/>
                  <a:pt x="25400" y="1838"/>
                  <a:pt x="25400" y="2883"/>
                </a:cubicBezTo>
                <a:lnTo>
                  <a:pt x="25400" y="12859"/>
                </a:lnTo>
                <a:cubicBezTo>
                  <a:pt x="25400" y="13904"/>
                  <a:pt x="24544" y="14759"/>
                  <a:pt x="23499" y="14759"/>
                </a:cubicBezTo>
                <a:lnTo>
                  <a:pt x="2883" y="14759"/>
                </a:lnTo>
                <a:cubicBezTo>
                  <a:pt x="1838" y="14759"/>
                  <a:pt x="983" y="13904"/>
                  <a:pt x="983" y="12859"/>
                </a:cubicBezTo>
                <a:lnTo>
                  <a:pt x="983" y="2883"/>
                </a:lnTo>
                <a:cubicBezTo>
                  <a:pt x="983" y="1838"/>
                  <a:pt x="1838" y="983"/>
                  <a:pt x="2883" y="983"/>
                </a:cubicBezTo>
                <a:close/>
                <a:moveTo>
                  <a:pt x="2883" y="1"/>
                </a:moveTo>
                <a:cubicBezTo>
                  <a:pt x="1299" y="1"/>
                  <a:pt x="1" y="1299"/>
                  <a:pt x="1" y="2883"/>
                </a:cubicBezTo>
                <a:lnTo>
                  <a:pt x="1" y="12859"/>
                </a:lnTo>
                <a:cubicBezTo>
                  <a:pt x="1" y="14442"/>
                  <a:pt x="1299" y="15740"/>
                  <a:pt x="2883" y="15740"/>
                </a:cubicBezTo>
                <a:lnTo>
                  <a:pt x="23499" y="15740"/>
                </a:lnTo>
                <a:cubicBezTo>
                  <a:pt x="25083" y="15740"/>
                  <a:pt x="26381" y="14442"/>
                  <a:pt x="26381" y="12859"/>
                </a:cubicBezTo>
                <a:lnTo>
                  <a:pt x="26381" y="2883"/>
                </a:lnTo>
                <a:cubicBezTo>
                  <a:pt x="26381" y="1299"/>
                  <a:pt x="25083" y="1"/>
                  <a:pt x="2349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62825" tIns="62825" rIns="62825" bIns="62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2"/>
              <a:buFont typeface="Arial"/>
              <a:buNone/>
            </a:pPr>
            <a:endParaRPr sz="9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007346" y="2692275"/>
            <a:ext cx="769436" cy="66553"/>
          </a:xfrm>
          <a:custGeom>
            <a:avLst/>
            <a:gdLst/>
            <a:ahLst/>
            <a:cxnLst/>
            <a:rect l="l" t="t" r="r" b="b"/>
            <a:pathLst>
              <a:path w="25273" h="2186" extrusionOk="0">
                <a:moveTo>
                  <a:pt x="0" y="0"/>
                </a:moveTo>
                <a:lnTo>
                  <a:pt x="0" y="285"/>
                </a:lnTo>
                <a:cubicBezTo>
                  <a:pt x="0" y="1330"/>
                  <a:pt x="855" y="2185"/>
                  <a:pt x="1900" y="2185"/>
                </a:cubicBezTo>
                <a:lnTo>
                  <a:pt x="23372" y="2185"/>
                </a:lnTo>
                <a:cubicBezTo>
                  <a:pt x="24417" y="2185"/>
                  <a:pt x="25272" y="1330"/>
                  <a:pt x="25272" y="285"/>
                </a:cubicBezTo>
                <a:lnTo>
                  <a:pt x="2527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62825" tIns="62825" rIns="62825" bIns="62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2"/>
              <a:buFont typeface="Arial"/>
              <a:buNone/>
            </a:pPr>
            <a:endParaRPr sz="9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336120" y="2699003"/>
            <a:ext cx="135967" cy="135998"/>
          </a:xfrm>
          <a:custGeom>
            <a:avLst/>
            <a:gdLst/>
            <a:ahLst/>
            <a:cxnLst/>
            <a:rect l="l" t="t" r="r" b="b"/>
            <a:pathLst>
              <a:path w="4466" h="4467" extrusionOk="0">
                <a:moveTo>
                  <a:pt x="0" y="1"/>
                </a:moveTo>
                <a:lnTo>
                  <a:pt x="0" y="4466"/>
                </a:lnTo>
                <a:lnTo>
                  <a:pt x="4466" y="4466"/>
                </a:lnTo>
                <a:lnTo>
                  <a:pt x="4466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62825" tIns="62825" rIns="62825" bIns="62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2"/>
              <a:buFont typeface="Arial"/>
              <a:buNone/>
            </a:pPr>
            <a:endParaRPr sz="9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218481" y="2814725"/>
            <a:ext cx="378949" cy="34738"/>
          </a:xfrm>
          <a:custGeom>
            <a:avLst/>
            <a:gdLst/>
            <a:ahLst/>
            <a:cxnLst/>
            <a:rect l="l" t="t" r="r" b="b"/>
            <a:pathLst>
              <a:path w="12447" h="1141" extrusionOk="0">
                <a:moveTo>
                  <a:pt x="1" y="0"/>
                </a:moveTo>
                <a:lnTo>
                  <a:pt x="1" y="1140"/>
                </a:lnTo>
                <a:lnTo>
                  <a:pt x="12447" y="1140"/>
                </a:lnTo>
                <a:lnTo>
                  <a:pt x="12447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62825" tIns="62825" rIns="62825" bIns="62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2"/>
              <a:buFont typeface="Arial"/>
              <a:buNone/>
            </a:pPr>
            <a:endParaRPr sz="9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161610" y="2511979"/>
            <a:ext cx="115721" cy="116696"/>
          </a:xfrm>
          <a:custGeom>
            <a:avLst/>
            <a:gdLst/>
            <a:ahLst/>
            <a:cxnLst/>
            <a:rect l="l" t="t" r="r" b="b"/>
            <a:pathLst>
              <a:path w="3801" h="3833" extrusionOk="0">
                <a:moveTo>
                  <a:pt x="0" y="0"/>
                </a:moveTo>
                <a:lnTo>
                  <a:pt x="0" y="3832"/>
                </a:lnTo>
                <a:lnTo>
                  <a:pt x="3801" y="3832"/>
                </a:lnTo>
                <a:lnTo>
                  <a:pt x="380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62825" tIns="62825" rIns="62825" bIns="62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2"/>
              <a:buFont typeface="Arial"/>
              <a:buNone/>
            </a:pPr>
            <a:endParaRPr sz="9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325525" y="2456051"/>
            <a:ext cx="115721" cy="171649"/>
          </a:xfrm>
          <a:custGeom>
            <a:avLst/>
            <a:gdLst/>
            <a:ahLst/>
            <a:cxnLst/>
            <a:rect l="l" t="t" r="r" b="b"/>
            <a:pathLst>
              <a:path w="3801" h="5638" extrusionOk="0">
                <a:moveTo>
                  <a:pt x="0" y="0"/>
                </a:moveTo>
                <a:lnTo>
                  <a:pt x="0" y="5637"/>
                </a:lnTo>
                <a:lnTo>
                  <a:pt x="3800" y="5637"/>
                </a:lnTo>
                <a:lnTo>
                  <a:pt x="3800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62825" tIns="62825" rIns="62825" bIns="62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2"/>
              <a:buFont typeface="Arial"/>
              <a:buNone/>
            </a:pPr>
            <a:endParaRPr sz="9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488466" y="2397231"/>
            <a:ext cx="115721" cy="230469"/>
          </a:xfrm>
          <a:custGeom>
            <a:avLst/>
            <a:gdLst/>
            <a:ahLst/>
            <a:cxnLst/>
            <a:rect l="l" t="t" r="r" b="b"/>
            <a:pathLst>
              <a:path w="3801" h="7570" extrusionOk="0">
                <a:moveTo>
                  <a:pt x="0" y="1"/>
                </a:moveTo>
                <a:lnTo>
                  <a:pt x="0" y="7569"/>
                </a:lnTo>
                <a:lnTo>
                  <a:pt x="3800" y="7569"/>
                </a:lnTo>
                <a:lnTo>
                  <a:pt x="380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62825" tIns="62825" rIns="62825" bIns="62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2"/>
              <a:buFont typeface="Arial"/>
              <a:buNone/>
            </a:pPr>
            <a:endParaRPr sz="9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6"/>
          <p:cNvCxnSpPr>
            <a:endCxn id="151" idx="1"/>
          </p:cNvCxnSpPr>
          <p:nvPr/>
        </p:nvCxnSpPr>
        <p:spPr>
          <a:xfrm rot="10800000" flipH="1">
            <a:off x="3646854" y="614251"/>
            <a:ext cx="760500" cy="1367400"/>
          </a:xfrm>
          <a:prstGeom prst="straightConnector1">
            <a:avLst/>
          </a:prstGeom>
          <a:noFill/>
          <a:ln w="9525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6"/>
          <p:cNvCxnSpPr>
            <a:endCxn id="153" idx="1"/>
          </p:cNvCxnSpPr>
          <p:nvPr/>
        </p:nvCxnSpPr>
        <p:spPr>
          <a:xfrm rot="10800000" flipH="1">
            <a:off x="3925862" y="1696249"/>
            <a:ext cx="481500" cy="517200"/>
          </a:xfrm>
          <a:prstGeom prst="straightConnector1">
            <a:avLst/>
          </a:prstGeom>
          <a:noFill/>
          <a:ln w="9525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6"/>
          <p:cNvCxnSpPr>
            <a:endCxn id="155" idx="1"/>
          </p:cNvCxnSpPr>
          <p:nvPr/>
        </p:nvCxnSpPr>
        <p:spPr>
          <a:xfrm>
            <a:off x="4046462" y="2625612"/>
            <a:ext cx="360900" cy="188400"/>
          </a:xfrm>
          <a:prstGeom prst="straightConnector1">
            <a:avLst/>
          </a:prstGeom>
          <a:noFill/>
          <a:ln w="9525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6"/>
          <p:cNvCxnSpPr>
            <a:endCxn id="157" idx="1"/>
          </p:cNvCxnSpPr>
          <p:nvPr/>
        </p:nvCxnSpPr>
        <p:spPr>
          <a:xfrm>
            <a:off x="3881454" y="3056880"/>
            <a:ext cx="525900" cy="826200"/>
          </a:xfrm>
          <a:prstGeom prst="straightConnector1">
            <a:avLst/>
          </a:prstGeom>
          <a:noFill/>
          <a:ln w="9525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"/>
          <p:cNvSpPr txBox="1"/>
          <p:nvPr/>
        </p:nvSpPr>
        <p:spPr>
          <a:xfrm>
            <a:off x="900175" y="1127625"/>
            <a:ext cx="2003700" cy="9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Ingesta e integración de datos multifuente.</a:t>
            </a:r>
            <a:endParaRPr sz="12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1" name="Google Shape;181;p2"/>
          <p:cNvSpPr txBox="1"/>
          <p:nvPr/>
        </p:nvSpPr>
        <p:spPr>
          <a:xfrm>
            <a:off x="917875" y="2389100"/>
            <a:ext cx="20037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Reportes operativos de ocupación y de horarios.</a:t>
            </a:r>
            <a:endParaRPr sz="12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2" name="Google Shape;182;p2"/>
          <p:cNvSpPr txBox="1"/>
          <p:nvPr/>
        </p:nvSpPr>
        <p:spPr>
          <a:xfrm>
            <a:off x="917875" y="3647400"/>
            <a:ext cx="18792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Optimización de agenda mediante modelo de recomendación (IA)</a:t>
            </a:r>
            <a:endParaRPr sz="12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3" name="Google Shape;183;p2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Alcances del proyecto</a:t>
            </a:r>
            <a:endParaRPr sz="28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84" name="Google Shape;184;p2"/>
          <p:cNvSpPr txBox="1"/>
          <p:nvPr/>
        </p:nvSpPr>
        <p:spPr>
          <a:xfrm>
            <a:off x="6396425" y="1237125"/>
            <a:ext cx="18321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Gestión de perfiles y control de acceso.</a:t>
            </a:r>
            <a:endParaRPr sz="12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5" name="Google Shape;185;p2"/>
          <p:cNvSpPr txBox="1"/>
          <p:nvPr/>
        </p:nvSpPr>
        <p:spPr>
          <a:xfrm>
            <a:off x="6398825" y="2530550"/>
            <a:ext cx="18273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Catálogo </a:t>
            </a:r>
            <a:r>
              <a:rPr lang="en" sz="1200" b="1">
                <a:latin typeface="Fira Sans"/>
                <a:ea typeface="Fira Sans"/>
                <a:cs typeface="Fira Sans"/>
                <a:sym typeface="Fira Sans"/>
              </a:rPr>
              <a:t>académico</a:t>
            </a:r>
            <a:r>
              <a:rPr lang="en" sz="1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normalizado.</a:t>
            </a:r>
            <a:endParaRPr sz="12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6" name="Google Shape;186;p2"/>
          <p:cNvSpPr txBox="1"/>
          <p:nvPr/>
        </p:nvSpPr>
        <p:spPr>
          <a:xfrm>
            <a:off x="6398825" y="3675837"/>
            <a:ext cx="18273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Inscripción y validación de horarios.</a:t>
            </a:r>
            <a:endParaRPr sz="12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87" name="Google Shape;187;p2"/>
          <p:cNvGrpSpPr/>
          <p:nvPr/>
        </p:nvGrpSpPr>
        <p:grpSpPr>
          <a:xfrm>
            <a:off x="8285264" y="1285118"/>
            <a:ext cx="630131" cy="630131"/>
            <a:chOff x="6323089" y="1361318"/>
            <a:chExt cx="630131" cy="630131"/>
          </a:xfrm>
        </p:grpSpPr>
        <p:sp>
          <p:nvSpPr>
            <p:cNvPr id="188" name="Google Shape;188;p2"/>
            <p:cNvSpPr/>
            <p:nvPr/>
          </p:nvSpPr>
          <p:spPr>
            <a:xfrm>
              <a:off x="6332385" y="1406385"/>
              <a:ext cx="612392" cy="539652"/>
            </a:xfrm>
            <a:custGeom>
              <a:avLst/>
              <a:gdLst/>
              <a:ahLst/>
              <a:cxnLst/>
              <a:rect l="l" t="t" r="r" b="b"/>
              <a:pathLst>
                <a:path w="22992" h="20261" extrusionOk="0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6474935" y="1526642"/>
              <a:ext cx="326465" cy="299484"/>
            </a:xfrm>
            <a:custGeom>
              <a:avLst/>
              <a:gdLst/>
              <a:ahLst/>
              <a:cxnLst/>
              <a:rect l="l" t="t" r="r" b="b"/>
              <a:pathLst>
                <a:path w="12257" h="11244" extrusionOk="0">
                  <a:moveTo>
                    <a:pt x="3896" y="1838"/>
                  </a:moveTo>
                  <a:cubicBezTo>
                    <a:pt x="4371" y="1838"/>
                    <a:pt x="4782" y="1964"/>
                    <a:pt x="5099" y="2186"/>
                  </a:cubicBezTo>
                  <a:lnTo>
                    <a:pt x="5099" y="3136"/>
                  </a:lnTo>
                  <a:cubicBezTo>
                    <a:pt x="4972" y="3294"/>
                    <a:pt x="4909" y="3484"/>
                    <a:pt x="4909" y="3674"/>
                  </a:cubicBezTo>
                  <a:lnTo>
                    <a:pt x="4909" y="4498"/>
                  </a:lnTo>
                  <a:cubicBezTo>
                    <a:pt x="4909" y="4561"/>
                    <a:pt x="4909" y="4625"/>
                    <a:pt x="4941" y="4688"/>
                  </a:cubicBezTo>
                  <a:cubicBezTo>
                    <a:pt x="4941" y="4688"/>
                    <a:pt x="4941" y="4720"/>
                    <a:pt x="4941" y="4751"/>
                  </a:cubicBezTo>
                  <a:cubicBezTo>
                    <a:pt x="4972" y="4783"/>
                    <a:pt x="4972" y="4815"/>
                    <a:pt x="4972" y="4846"/>
                  </a:cubicBezTo>
                  <a:cubicBezTo>
                    <a:pt x="5036" y="4941"/>
                    <a:pt x="5099" y="5036"/>
                    <a:pt x="5226" y="5131"/>
                  </a:cubicBezTo>
                  <a:cubicBezTo>
                    <a:pt x="5226" y="5195"/>
                    <a:pt x="5226" y="5226"/>
                    <a:pt x="5257" y="5290"/>
                  </a:cubicBezTo>
                  <a:lnTo>
                    <a:pt x="5257" y="5321"/>
                  </a:lnTo>
                  <a:cubicBezTo>
                    <a:pt x="5289" y="5353"/>
                    <a:pt x="5289" y="5353"/>
                    <a:pt x="5289" y="5353"/>
                  </a:cubicBezTo>
                  <a:cubicBezTo>
                    <a:pt x="5289" y="5385"/>
                    <a:pt x="5289" y="5385"/>
                    <a:pt x="5289" y="5416"/>
                  </a:cubicBezTo>
                  <a:cubicBezTo>
                    <a:pt x="5321" y="5448"/>
                    <a:pt x="5321" y="5480"/>
                    <a:pt x="5352" y="5543"/>
                  </a:cubicBezTo>
                  <a:cubicBezTo>
                    <a:pt x="5352" y="5543"/>
                    <a:pt x="5352" y="5575"/>
                    <a:pt x="5352" y="5575"/>
                  </a:cubicBezTo>
                  <a:cubicBezTo>
                    <a:pt x="5384" y="5638"/>
                    <a:pt x="5384" y="5670"/>
                    <a:pt x="5416" y="5701"/>
                  </a:cubicBezTo>
                  <a:cubicBezTo>
                    <a:pt x="5416" y="5701"/>
                    <a:pt x="5416" y="5733"/>
                    <a:pt x="5416" y="5733"/>
                  </a:cubicBezTo>
                  <a:lnTo>
                    <a:pt x="5447" y="5765"/>
                  </a:lnTo>
                  <a:cubicBezTo>
                    <a:pt x="5447" y="5765"/>
                    <a:pt x="5447" y="5796"/>
                    <a:pt x="5447" y="5796"/>
                  </a:cubicBezTo>
                  <a:cubicBezTo>
                    <a:pt x="5479" y="5828"/>
                    <a:pt x="5479" y="5891"/>
                    <a:pt x="5511" y="5923"/>
                  </a:cubicBezTo>
                  <a:cubicBezTo>
                    <a:pt x="5511" y="5923"/>
                    <a:pt x="5511" y="5923"/>
                    <a:pt x="5511" y="5955"/>
                  </a:cubicBezTo>
                  <a:cubicBezTo>
                    <a:pt x="5542" y="5955"/>
                    <a:pt x="5542" y="5986"/>
                    <a:pt x="5574" y="6018"/>
                  </a:cubicBezTo>
                  <a:cubicBezTo>
                    <a:pt x="5574" y="6050"/>
                    <a:pt x="5606" y="6113"/>
                    <a:pt x="5637" y="6145"/>
                  </a:cubicBezTo>
                  <a:cubicBezTo>
                    <a:pt x="5637" y="6145"/>
                    <a:pt x="5637" y="6176"/>
                    <a:pt x="5669" y="6208"/>
                  </a:cubicBezTo>
                  <a:cubicBezTo>
                    <a:pt x="5701" y="6240"/>
                    <a:pt x="5732" y="6303"/>
                    <a:pt x="5732" y="6335"/>
                  </a:cubicBezTo>
                  <a:cubicBezTo>
                    <a:pt x="5732" y="6335"/>
                    <a:pt x="5764" y="6366"/>
                    <a:pt x="5764" y="6366"/>
                  </a:cubicBezTo>
                  <a:cubicBezTo>
                    <a:pt x="5796" y="6430"/>
                    <a:pt x="5859" y="6493"/>
                    <a:pt x="5891" y="6556"/>
                  </a:cubicBezTo>
                  <a:lnTo>
                    <a:pt x="5922" y="6588"/>
                  </a:lnTo>
                  <a:lnTo>
                    <a:pt x="5922" y="7285"/>
                  </a:lnTo>
                  <a:cubicBezTo>
                    <a:pt x="5922" y="7475"/>
                    <a:pt x="5827" y="7665"/>
                    <a:pt x="5637" y="7760"/>
                  </a:cubicBezTo>
                  <a:lnTo>
                    <a:pt x="5099" y="8045"/>
                  </a:lnTo>
                  <a:lnTo>
                    <a:pt x="5004" y="8045"/>
                  </a:lnTo>
                  <a:lnTo>
                    <a:pt x="4972" y="8108"/>
                  </a:lnTo>
                  <a:lnTo>
                    <a:pt x="3832" y="8742"/>
                  </a:lnTo>
                  <a:cubicBezTo>
                    <a:pt x="3230" y="9090"/>
                    <a:pt x="2850" y="9692"/>
                    <a:pt x="2850" y="10357"/>
                  </a:cubicBezTo>
                  <a:lnTo>
                    <a:pt x="2850" y="10832"/>
                  </a:lnTo>
                  <a:lnTo>
                    <a:pt x="412" y="10832"/>
                  </a:lnTo>
                  <a:lnTo>
                    <a:pt x="412" y="10452"/>
                  </a:lnTo>
                  <a:cubicBezTo>
                    <a:pt x="412" y="10008"/>
                    <a:pt x="665" y="9597"/>
                    <a:pt x="1045" y="9375"/>
                  </a:cubicBezTo>
                  <a:lnTo>
                    <a:pt x="2407" y="8520"/>
                  </a:lnTo>
                  <a:cubicBezTo>
                    <a:pt x="2692" y="8393"/>
                    <a:pt x="2850" y="8108"/>
                    <a:pt x="2850" y="7791"/>
                  </a:cubicBezTo>
                  <a:lnTo>
                    <a:pt x="2850" y="7063"/>
                  </a:lnTo>
                  <a:lnTo>
                    <a:pt x="2787" y="7000"/>
                  </a:lnTo>
                  <a:cubicBezTo>
                    <a:pt x="2787" y="7000"/>
                    <a:pt x="2249" y="6493"/>
                    <a:pt x="2090" y="5796"/>
                  </a:cubicBezTo>
                  <a:lnTo>
                    <a:pt x="2059" y="5701"/>
                  </a:lnTo>
                  <a:lnTo>
                    <a:pt x="1995" y="5670"/>
                  </a:lnTo>
                  <a:cubicBezTo>
                    <a:pt x="1900" y="5606"/>
                    <a:pt x="1837" y="5511"/>
                    <a:pt x="1837" y="5385"/>
                  </a:cubicBezTo>
                  <a:lnTo>
                    <a:pt x="1837" y="4688"/>
                  </a:lnTo>
                  <a:cubicBezTo>
                    <a:pt x="1837" y="4593"/>
                    <a:pt x="1900" y="4530"/>
                    <a:pt x="1995" y="4435"/>
                  </a:cubicBezTo>
                  <a:lnTo>
                    <a:pt x="2059" y="4371"/>
                  </a:lnTo>
                  <a:lnTo>
                    <a:pt x="2059" y="3294"/>
                  </a:lnTo>
                  <a:cubicBezTo>
                    <a:pt x="2059" y="3231"/>
                    <a:pt x="2154" y="1838"/>
                    <a:pt x="3896" y="1838"/>
                  </a:cubicBezTo>
                  <a:close/>
                  <a:moveTo>
                    <a:pt x="7569" y="413"/>
                  </a:moveTo>
                  <a:cubicBezTo>
                    <a:pt x="8361" y="413"/>
                    <a:pt x="8931" y="634"/>
                    <a:pt x="9279" y="1014"/>
                  </a:cubicBezTo>
                  <a:cubicBezTo>
                    <a:pt x="9659" y="1458"/>
                    <a:pt x="9596" y="2028"/>
                    <a:pt x="9596" y="2028"/>
                  </a:cubicBezTo>
                  <a:lnTo>
                    <a:pt x="9596" y="3326"/>
                  </a:lnTo>
                  <a:lnTo>
                    <a:pt x="9659" y="3389"/>
                  </a:lnTo>
                  <a:cubicBezTo>
                    <a:pt x="9754" y="3484"/>
                    <a:pt x="9818" y="3579"/>
                    <a:pt x="9818" y="3706"/>
                  </a:cubicBezTo>
                  <a:lnTo>
                    <a:pt x="9818" y="4530"/>
                  </a:lnTo>
                  <a:cubicBezTo>
                    <a:pt x="9818" y="4688"/>
                    <a:pt x="9691" y="4846"/>
                    <a:pt x="9533" y="4910"/>
                  </a:cubicBezTo>
                  <a:lnTo>
                    <a:pt x="9406" y="4941"/>
                  </a:lnTo>
                  <a:lnTo>
                    <a:pt x="9374" y="5036"/>
                  </a:lnTo>
                  <a:cubicBezTo>
                    <a:pt x="9248" y="5448"/>
                    <a:pt x="9058" y="5860"/>
                    <a:pt x="8804" y="6208"/>
                  </a:cubicBezTo>
                  <a:cubicBezTo>
                    <a:pt x="8741" y="6303"/>
                    <a:pt x="8678" y="6366"/>
                    <a:pt x="8646" y="6430"/>
                  </a:cubicBezTo>
                  <a:lnTo>
                    <a:pt x="8583" y="6493"/>
                  </a:lnTo>
                  <a:lnTo>
                    <a:pt x="8583" y="7316"/>
                  </a:lnTo>
                  <a:cubicBezTo>
                    <a:pt x="8583" y="7696"/>
                    <a:pt x="8773" y="8013"/>
                    <a:pt x="9121" y="8171"/>
                  </a:cubicBezTo>
                  <a:lnTo>
                    <a:pt x="11053" y="9153"/>
                  </a:lnTo>
                  <a:cubicBezTo>
                    <a:pt x="11559" y="9407"/>
                    <a:pt x="11844" y="9882"/>
                    <a:pt x="11844" y="10420"/>
                  </a:cubicBezTo>
                  <a:lnTo>
                    <a:pt x="11844" y="10832"/>
                  </a:lnTo>
                  <a:lnTo>
                    <a:pt x="3262" y="10832"/>
                  </a:lnTo>
                  <a:lnTo>
                    <a:pt x="3262" y="10388"/>
                  </a:lnTo>
                  <a:cubicBezTo>
                    <a:pt x="3262" y="9850"/>
                    <a:pt x="3547" y="9375"/>
                    <a:pt x="4022" y="9122"/>
                  </a:cubicBezTo>
                  <a:lnTo>
                    <a:pt x="5859" y="8108"/>
                  </a:lnTo>
                  <a:cubicBezTo>
                    <a:pt x="6144" y="7950"/>
                    <a:pt x="6334" y="7633"/>
                    <a:pt x="6334" y="7285"/>
                  </a:cubicBezTo>
                  <a:lnTo>
                    <a:pt x="6334" y="6461"/>
                  </a:lnTo>
                  <a:lnTo>
                    <a:pt x="6302" y="6430"/>
                  </a:lnTo>
                  <a:lnTo>
                    <a:pt x="6302" y="6398"/>
                  </a:lnTo>
                  <a:cubicBezTo>
                    <a:pt x="6302" y="6398"/>
                    <a:pt x="6271" y="6398"/>
                    <a:pt x="6271" y="6366"/>
                  </a:cubicBezTo>
                  <a:lnTo>
                    <a:pt x="6239" y="6366"/>
                  </a:lnTo>
                  <a:cubicBezTo>
                    <a:pt x="6239" y="6335"/>
                    <a:pt x="6239" y="6335"/>
                    <a:pt x="6207" y="6303"/>
                  </a:cubicBezTo>
                  <a:cubicBezTo>
                    <a:pt x="6176" y="6271"/>
                    <a:pt x="6144" y="6208"/>
                    <a:pt x="6112" y="6145"/>
                  </a:cubicBezTo>
                  <a:cubicBezTo>
                    <a:pt x="6081" y="6113"/>
                    <a:pt x="6049" y="6081"/>
                    <a:pt x="6049" y="6050"/>
                  </a:cubicBezTo>
                  <a:lnTo>
                    <a:pt x="6017" y="6050"/>
                  </a:lnTo>
                  <a:cubicBezTo>
                    <a:pt x="5986" y="5955"/>
                    <a:pt x="5922" y="5860"/>
                    <a:pt x="5891" y="5765"/>
                  </a:cubicBezTo>
                  <a:cubicBezTo>
                    <a:pt x="5859" y="5733"/>
                    <a:pt x="5827" y="5670"/>
                    <a:pt x="5796" y="5606"/>
                  </a:cubicBezTo>
                  <a:lnTo>
                    <a:pt x="5796" y="5575"/>
                  </a:lnTo>
                  <a:cubicBezTo>
                    <a:pt x="5796" y="5575"/>
                    <a:pt x="5764" y="5543"/>
                    <a:pt x="5764" y="5511"/>
                  </a:cubicBezTo>
                  <a:cubicBezTo>
                    <a:pt x="5764" y="5511"/>
                    <a:pt x="5764" y="5480"/>
                    <a:pt x="5764" y="5480"/>
                  </a:cubicBezTo>
                  <a:cubicBezTo>
                    <a:pt x="5732" y="5448"/>
                    <a:pt x="5732" y="5416"/>
                    <a:pt x="5701" y="5385"/>
                  </a:cubicBezTo>
                  <a:cubicBezTo>
                    <a:pt x="5701" y="5353"/>
                    <a:pt x="5669" y="5290"/>
                    <a:pt x="5669" y="5226"/>
                  </a:cubicBezTo>
                  <a:lnTo>
                    <a:pt x="5637" y="5195"/>
                  </a:lnTo>
                  <a:cubicBezTo>
                    <a:pt x="5637" y="5163"/>
                    <a:pt x="5637" y="5163"/>
                    <a:pt x="5637" y="5163"/>
                  </a:cubicBezTo>
                  <a:cubicBezTo>
                    <a:pt x="5637" y="5100"/>
                    <a:pt x="5606" y="5036"/>
                    <a:pt x="5606" y="4973"/>
                  </a:cubicBezTo>
                  <a:lnTo>
                    <a:pt x="5574" y="4910"/>
                  </a:lnTo>
                  <a:lnTo>
                    <a:pt x="5511" y="4846"/>
                  </a:lnTo>
                  <a:cubicBezTo>
                    <a:pt x="5384" y="4783"/>
                    <a:pt x="5321" y="4656"/>
                    <a:pt x="5321" y="4498"/>
                  </a:cubicBezTo>
                  <a:lnTo>
                    <a:pt x="5321" y="3706"/>
                  </a:lnTo>
                  <a:cubicBezTo>
                    <a:pt x="5321" y="3579"/>
                    <a:pt x="5352" y="3484"/>
                    <a:pt x="5447" y="3389"/>
                  </a:cubicBezTo>
                  <a:lnTo>
                    <a:pt x="5511" y="3326"/>
                  </a:lnTo>
                  <a:lnTo>
                    <a:pt x="5511" y="1996"/>
                  </a:lnTo>
                  <a:cubicBezTo>
                    <a:pt x="5511" y="1838"/>
                    <a:pt x="5511" y="1394"/>
                    <a:pt x="5827" y="1014"/>
                  </a:cubicBezTo>
                  <a:cubicBezTo>
                    <a:pt x="6176" y="634"/>
                    <a:pt x="6746" y="413"/>
                    <a:pt x="7569" y="413"/>
                  </a:cubicBezTo>
                  <a:close/>
                  <a:moveTo>
                    <a:pt x="7569" y="1"/>
                  </a:moveTo>
                  <a:cubicBezTo>
                    <a:pt x="6651" y="1"/>
                    <a:pt x="5954" y="254"/>
                    <a:pt x="5542" y="729"/>
                  </a:cubicBezTo>
                  <a:cubicBezTo>
                    <a:pt x="5257" y="1046"/>
                    <a:pt x="5131" y="1426"/>
                    <a:pt x="5131" y="1711"/>
                  </a:cubicBezTo>
                  <a:cubicBezTo>
                    <a:pt x="4782" y="1521"/>
                    <a:pt x="4339" y="1426"/>
                    <a:pt x="3896" y="1426"/>
                  </a:cubicBezTo>
                  <a:cubicBezTo>
                    <a:pt x="1774" y="1426"/>
                    <a:pt x="1647" y="3231"/>
                    <a:pt x="1647" y="3263"/>
                  </a:cubicBezTo>
                  <a:lnTo>
                    <a:pt x="1647" y="4213"/>
                  </a:lnTo>
                  <a:cubicBezTo>
                    <a:pt x="1520" y="4340"/>
                    <a:pt x="1425" y="4530"/>
                    <a:pt x="1425" y="4688"/>
                  </a:cubicBezTo>
                  <a:lnTo>
                    <a:pt x="1425" y="5385"/>
                  </a:lnTo>
                  <a:cubicBezTo>
                    <a:pt x="1425" y="5606"/>
                    <a:pt x="1520" y="5828"/>
                    <a:pt x="1710" y="5955"/>
                  </a:cubicBezTo>
                  <a:cubicBezTo>
                    <a:pt x="1869" y="6588"/>
                    <a:pt x="2280" y="7063"/>
                    <a:pt x="2439" y="7253"/>
                  </a:cubicBezTo>
                  <a:lnTo>
                    <a:pt x="2439" y="7791"/>
                  </a:lnTo>
                  <a:cubicBezTo>
                    <a:pt x="2439" y="7950"/>
                    <a:pt x="2344" y="8108"/>
                    <a:pt x="2217" y="8203"/>
                  </a:cubicBezTo>
                  <a:lnTo>
                    <a:pt x="855" y="9027"/>
                  </a:lnTo>
                  <a:cubicBezTo>
                    <a:pt x="317" y="9312"/>
                    <a:pt x="0" y="9882"/>
                    <a:pt x="0" y="10452"/>
                  </a:cubicBezTo>
                  <a:lnTo>
                    <a:pt x="0" y="11243"/>
                  </a:lnTo>
                  <a:lnTo>
                    <a:pt x="12256" y="11243"/>
                  </a:lnTo>
                  <a:lnTo>
                    <a:pt x="12256" y="10420"/>
                  </a:lnTo>
                  <a:cubicBezTo>
                    <a:pt x="12256" y="9723"/>
                    <a:pt x="11876" y="9090"/>
                    <a:pt x="11243" y="8773"/>
                  </a:cubicBezTo>
                  <a:lnTo>
                    <a:pt x="9279" y="7791"/>
                  </a:lnTo>
                  <a:cubicBezTo>
                    <a:pt x="9121" y="7696"/>
                    <a:pt x="8994" y="7506"/>
                    <a:pt x="8994" y="7316"/>
                  </a:cubicBezTo>
                  <a:lnTo>
                    <a:pt x="8994" y="6620"/>
                  </a:lnTo>
                  <a:cubicBezTo>
                    <a:pt x="9058" y="6556"/>
                    <a:pt x="9089" y="6493"/>
                    <a:pt x="9153" y="6430"/>
                  </a:cubicBezTo>
                  <a:cubicBezTo>
                    <a:pt x="9406" y="6081"/>
                    <a:pt x="9596" y="5670"/>
                    <a:pt x="9754" y="5226"/>
                  </a:cubicBezTo>
                  <a:cubicBezTo>
                    <a:pt x="10039" y="5100"/>
                    <a:pt x="10229" y="4815"/>
                    <a:pt x="10229" y="4498"/>
                  </a:cubicBezTo>
                  <a:lnTo>
                    <a:pt x="10229" y="3674"/>
                  </a:lnTo>
                  <a:cubicBezTo>
                    <a:pt x="10229" y="3484"/>
                    <a:pt x="10134" y="3294"/>
                    <a:pt x="10008" y="3136"/>
                  </a:cubicBezTo>
                  <a:lnTo>
                    <a:pt x="10008" y="2059"/>
                  </a:lnTo>
                  <a:cubicBezTo>
                    <a:pt x="10039" y="1964"/>
                    <a:pt x="10071" y="1268"/>
                    <a:pt x="9596" y="729"/>
                  </a:cubicBezTo>
                  <a:cubicBezTo>
                    <a:pt x="9153" y="254"/>
                    <a:pt x="8488" y="1"/>
                    <a:pt x="7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6533133" y="1361318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6323089" y="1446524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p2"/>
          <p:cNvGrpSpPr/>
          <p:nvPr/>
        </p:nvGrpSpPr>
        <p:grpSpPr>
          <a:xfrm>
            <a:off x="8285264" y="3560893"/>
            <a:ext cx="630131" cy="630130"/>
            <a:chOff x="6323089" y="3637093"/>
            <a:chExt cx="630131" cy="630130"/>
          </a:xfrm>
        </p:grpSpPr>
        <p:sp>
          <p:nvSpPr>
            <p:cNvPr id="193" name="Google Shape;193;p2"/>
            <p:cNvSpPr/>
            <p:nvPr/>
          </p:nvSpPr>
          <p:spPr>
            <a:xfrm>
              <a:off x="6368635" y="3682639"/>
              <a:ext cx="539039" cy="539012"/>
            </a:xfrm>
            <a:custGeom>
              <a:avLst/>
              <a:gdLst/>
              <a:ahLst/>
              <a:cxnLst/>
              <a:rect l="l" t="t" r="r" b="b"/>
              <a:pathLst>
                <a:path w="20238" h="20237" extrusionOk="0">
                  <a:moveTo>
                    <a:pt x="10135" y="1"/>
                  </a:moveTo>
                  <a:cubicBezTo>
                    <a:pt x="4530" y="1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1"/>
                    <a:pt x="101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6533133" y="3637093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4"/>
                    <a:pt x="0" y="666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6323089" y="3722298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5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2"/>
          <p:cNvGrpSpPr/>
          <p:nvPr/>
        </p:nvGrpSpPr>
        <p:grpSpPr>
          <a:xfrm>
            <a:off x="8285264" y="2423019"/>
            <a:ext cx="630131" cy="630104"/>
            <a:chOff x="6323089" y="2499219"/>
            <a:chExt cx="630131" cy="630104"/>
          </a:xfrm>
        </p:grpSpPr>
        <p:sp>
          <p:nvSpPr>
            <p:cNvPr id="197" name="Google Shape;197;p2"/>
            <p:cNvSpPr/>
            <p:nvPr/>
          </p:nvSpPr>
          <p:spPr>
            <a:xfrm>
              <a:off x="6368635" y="2544765"/>
              <a:ext cx="539039" cy="539012"/>
            </a:xfrm>
            <a:custGeom>
              <a:avLst/>
              <a:gdLst/>
              <a:ahLst/>
              <a:cxnLst/>
              <a:rect l="l" t="t" r="r" b="b"/>
              <a:pathLst>
                <a:path w="20238" h="20237" extrusionOk="0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6533133" y="2499219"/>
              <a:ext cx="420087" cy="535630"/>
            </a:xfrm>
            <a:custGeom>
              <a:avLst/>
              <a:gdLst/>
              <a:ahLst/>
              <a:cxnLst/>
              <a:rect l="l" t="t" r="r" b="b"/>
              <a:pathLst>
                <a:path w="15772" h="20110" fill="none" extrusionOk="0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6323089" y="2584398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2"/>
          <p:cNvGrpSpPr/>
          <p:nvPr/>
        </p:nvGrpSpPr>
        <p:grpSpPr>
          <a:xfrm>
            <a:off x="228601" y="1361318"/>
            <a:ext cx="630104" cy="630131"/>
            <a:chOff x="2190776" y="1361318"/>
            <a:chExt cx="630104" cy="630131"/>
          </a:xfrm>
        </p:grpSpPr>
        <p:sp>
          <p:nvSpPr>
            <p:cNvPr id="201" name="Google Shape;201;p2"/>
            <p:cNvSpPr/>
            <p:nvPr/>
          </p:nvSpPr>
          <p:spPr>
            <a:xfrm>
              <a:off x="2198434" y="1408400"/>
              <a:ext cx="611566" cy="539305"/>
            </a:xfrm>
            <a:custGeom>
              <a:avLst/>
              <a:gdLst/>
              <a:ahLst/>
              <a:cxnLst/>
              <a:rect l="l" t="t" r="r" b="b"/>
              <a:pathLst>
                <a:path w="22961" h="20248" extrusionOk="0">
                  <a:moveTo>
                    <a:pt x="11461" y="1"/>
                  </a:moveTo>
                  <a:cubicBezTo>
                    <a:pt x="10173" y="1"/>
                    <a:pt x="8864" y="247"/>
                    <a:pt x="7601" y="766"/>
                  </a:cubicBezTo>
                  <a:cubicBezTo>
                    <a:pt x="2439" y="2919"/>
                    <a:pt x="0" y="8842"/>
                    <a:pt x="2122" y="14004"/>
                  </a:cubicBezTo>
                  <a:cubicBezTo>
                    <a:pt x="3749" y="17902"/>
                    <a:pt x="7525" y="20248"/>
                    <a:pt x="11500" y="20248"/>
                  </a:cubicBezTo>
                  <a:cubicBezTo>
                    <a:pt x="12788" y="20248"/>
                    <a:pt x="14097" y="20001"/>
                    <a:pt x="15360" y="19482"/>
                  </a:cubicBezTo>
                  <a:cubicBezTo>
                    <a:pt x="20522" y="17329"/>
                    <a:pt x="22960" y="11407"/>
                    <a:pt x="20839" y="6245"/>
                  </a:cubicBezTo>
                  <a:cubicBezTo>
                    <a:pt x="19212" y="2346"/>
                    <a:pt x="15436" y="1"/>
                    <a:pt x="1146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2190776" y="1361318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3389" y="20111"/>
                  </a:moveTo>
                  <a:cubicBezTo>
                    <a:pt x="1298" y="17989"/>
                    <a:pt x="0" y="15044"/>
                    <a:pt x="0" y="11813"/>
                  </a:cubicBezTo>
                  <a:cubicBezTo>
                    <a:pt x="0" y="5289"/>
                    <a:pt x="5289" y="1"/>
                    <a:pt x="11813" y="1"/>
                  </a:cubicBezTo>
                  <a:cubicBezTo>
                    <a:pt x="13206" y="1"/>
                    <a:pt x="14536" y="254"/>
                    <a:pt x="15771" y="698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2505388" y="1446524"/>
              <a:ext cx="315492" cy="544925"/>
            </a:xfrm>
            <a:custGeom>
              <a:avLst/>
              <a:gdLst/>
              <a:ahLst/>
              <a:cxnLst/>
              <a:rect l="l" t="t" r="r" b="b"/>
              <a:pathLst>
                <a:path w="11845" h="20459" fill="none" extrusionOk="0">
                  <a:moveTo>
                    <a:pt x="8108" y="0"/>
                  </a:moveTo>
                  <a:cubicBezTo>
                    <a:pt x="10388" y="2154"/>
                    <a:pt x="11845" y="5226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2"/>
          <p:cNvGrpSpPr/>
          <p:nvPr/>
        </p:nvGrpSpPr>
        <p:grpSpPr>
          <a:xfrm>
            <a:off x="228601" y="3637093"/>
            <a:ext cx="630104" cy="630130"/>
            <a:chOff x="2190776" y="3637093"/>
            <a:chExt cx="630104" cy="630130"/>
          </a:xfrm>
        </p:grpSpPr>
        <p:sp>
          <p:nvSpPr>
            <p:cNvPr id="205" name="Google Shape;205;p2"/>
            <p:cNvSpPr/>
            <p:nvPr/>
          </p:nvSpPr>
          <p:spPr>
            <a:xfrm>
              <a:off x="2236321" y="3682639"/>
              <a:ext cx="539012" cy="539012"/>
            </a:xfrm>
            <a:custGeom>
              <a:avLst/>
              <a:gdLst/>
              <a:ahLst/>
              <a:cxnLst/>
              <a:rect l="l" t="t" r="r" b="b"/>
              <a:pathLst>
                <a:path w="20237" h="20237" extrusionOk="0">
                  <a:moveTo>
                    <a:pt x="10103" y="1"/>
                  </a:moveTo>
                  <a:cubicBezTo>
                    <a:pt x="4529" y="1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1"/>
                    <a:pt x="101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190776" y="3637093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4"/>
                    <a:pt x="15771" y="666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505388" y="3722298"/>
              <a:ext cx="315492" cy="544925"/>
            </a:xfrm>
            <a:custGeom>
              <a:avLst/>
              <a:gdLst/>
              <a:ahLst/>
              <a:cxnLst/>
              <a:rect l="l" t="t" r="r" b="b"/>
              <a:pathLst>
                <a:path w="11845" h="20459" fill="none" extrusionOk="0">
                  <a:moveTo>
                    <a:pt x="8108" y="0"/>
                  </a:moveTo>
                  <a:cubicBezTo>
                    <a:pt x="10388" y="2154"/>
                    <a:pt x="11845" y="5225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2"/>
          <p:cNvGrpSpPr/>
          <p:nvPr/>
        </p:nvGrpSpPr>
        <p:grpSpPr>
          <a:xfrm>
            <a:off x="228601" y="2499219"/>
            <a:ext cx="630104" cy="630104"/>
            <a:chOff x="2190776" y="2499219"/>
            <a:chExt cx="630104" cy="630104"/>
          </a:xfrm>
        </p:grpSpPr>
        <p:sp>
          <p:nvSpPr>
            <p:cNvPr id="209" name="Google Shape;209;p2"/>
            <p:cNvSpPr/>
            <p:nvPr/>
          </p:nvSpPr>
          <p:spPr>
            <a:xfrm>
              <a:off x="2236321" y="2544765"/>
              <a:ext cx="539012" cy="539012"/>
            </a:xfrm>
            <a:custGeom>
              <a:avLst/>
              <a:gdLst/>
              <a:ahLst/>
              <a:cxnLst/>
              <a:rect l="l" t="t" r="r" b="b"/>
              <a:pathLst>
                <a:path w="20237" h="20237" extrusionOk="0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190776" y="2499219"/>
              <a:ext cx="420087" cy="535630"/>
            </a:xfrm>
            <a:custGeom>
              <a:avLst/>
              <a:gdLst/>
              <a:ahLst/>
              <a:cxnLst/>
              <a:rect l="l" t="t" r="r" b="b"/>
              <a:pathLst>
                <a:path w="15772" h="20110" fill="none" extrusionOk="0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2505388" y="2584398"/>
              <a:ext cx="315492" cy="544925"/>
            </a:xfrm>
            <a:custGeom>
              <a:avLst/>
              <a:gdLst/>
              <a:ahLst/>
              <a:cxnLst/>
              <a:rect l="l" t="t" r="r" b="b"/>
              <a:pathLst>
                <a:path w="11845" h="20459" fill="none" extrusionOk="0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2"/>
          <p:cNvGrpSpPr/>
          <p:nvPr/>
        </p:nvGrpSpPr>
        <p:grpSpPr>
          <a:xfrm>
            <a:off x="2820853" y="1403508"/>
            <a:ext cx="3502263" cy="2951424"/>
            <a:chOff x="2820853" y="1403508"/>
            <a:chExt cx="3502263" cy="2951424"/>
          </a:xfrm>
        </p:grpSpPr>
        <p:sp>
          <p:nvSpPr>
            <p:cNvPr id="213" name="Google Shape;213;p2"/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4" name="Google Shape;304;p2" descr="Base de datos contor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676" y="1454150"/>
            <a:ext cx="435474" cy="43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" descr="Reloj contor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800" y="2611212"/>
            <a:ext cx="403225" cy="4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" descr="Inteligencia artificial contorn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9100" y="3740787"/>
            <a:ext cx="403225" cy="40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" descr="Calendario contorn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61172" y="3630422"/>
            <a:ext cx="481201" cy="48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" descr="Aula de clases contorn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04225" y="2540000"/>
            <a:ext cx="393700" cy="3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0"/>
          <p:cNvSpPr txBox="1"/>
          <p:nvPr/>
        </p:nvSpPr>
        <p:spPr>
          <a:xfrm>
            <a:off x="457200" y="411474"/>
            <a:ext cx="4309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Metodología Cascada</a:t>
            </a:r>
            <a:endParaRPr sz="28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1229207" y="1252275"/>
            <a:ext cx="2205058" cy="334275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95C7F"/>
          </a:solidFill>
          <a:ln>
            <a:noFill/>
          </a:ln>
        </p:spPr>
        <p:txBody>
          <a:bodyPr spcFirstLastPara="1" wrap="square" lIns="49050" tIns="49050" rIns="49050" bIns="49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endParaRPr sz="75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1223110" y="1259369"/>
            <a:ext cx="346477" cy="347038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9050" tIns="49050" rIns="49050" bIns="49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endParaRPr sz="75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1775486" y="1294779"/>
            <a:ext cx="1321200" cy="2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050" tIns="49050" rIns="49050" bIns="4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r>
              <a:rPr lang="en" sz="1039" b="0" i="0" u="none" strike="noStrike" cap="none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ANÁLISIS</a:t>
            </a:r>
            <a:endParaRPr sz="1039" b="0" i="0" u="none" strike="noStrike" cap="none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317" name="Google Shape;317;p20"/>
          <p:cNvGrpSpPr/>
          <p:nvPr/>
        </p:nvGrpSpPr>
        <p:grpSpPr>
          <a:xfrm>
            <a:off x="1169061" y="1173903"/>
            <a:ext cx="454451" cy="454451"/>
            <a:chOff x="6323089" y="1361318"/>
            <a:chExt cx="630131" cy="630131"/>
          </a:xfrm>
        </p:grpSpPr>
        <p:sp>
          <p:nvSpPr>
            <p:cNvPr id="318" name="Google Shape;318;p20"/>
            <p:cNvSpPr/>
            <p:nvPr/>
          </p:nvSpPr>
          <p:spPr>
            <a:xfrm>
              <a:off x="6332385" y="1406385"/>
              <a:ext cx="612392" cy="539652"/>
            </a:xfrm>
            <a:custGeom>
              <a:avLst/>
              <a:gdLst/>
              <a:ahLst/>
              <a:cxnLst/>
              <a:rect l="l" t="t" r="r" b="b"/>
              <a:pathLst>
                <a:path w="22992" h="20261" extrusionOk="0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395C7F"/>
            </a:solidFill>
            <a:ln>
              <a:noFill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6533133" y="1361318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solidFill>
              <a:srgbClr val="395C7F"/>
            </a:solidFill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6323089" y="1446524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solidFill>
              <a:srgbClr val="395C7F"/>
            </a:solidFill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" name="Google Shape;321;p20"/>
          <p:cNvSpPr/>
          <p:nvPr/>
        </p:nvSpPr>
        <p:spPr>
          <a:xfrm>
            <a:off x="2038765" y="1971221"/>
            <a:ext cx="2205058" cy="334275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478F9C"/>
          </a:solidFill>
          <a:ln>
            <a:noFill/>
          </a:ln>
        </p:spPr>
        <p:txBody>
          <a:bodyPr spcFirstLastPara="1" wrap="square" lIns="49050" tIns="49050" rIns="49050" bIns="49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endParaRPr sz="75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2032668" y="1978314"/>
            <a:ext cx="346477" cy="347038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9050" tIns="49050" rIns="49050" bIns="49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endParaRPr sz="75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2585044" y="2013725"/>
            <a:ext cx="1321200" cy="2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050" tIns="49050" rIns="49050" bIns="4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r>
              <a:rPr lang="en" sz="1039" b="0" i="0" u="none" strike="noStrike" cap="none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DISEÑO</a:t>
            </a:r>
            <a:endParaRPr sz="1039" b="0" i="0" u="none" strike="noStrike" cap="none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324" name="Google Shape;324;p20"/>
          <p:cNvGrpSpPr/>
          <p:nvPr/>
        </p:nvGrpSpPr>
        <p:grpSpPr>
          <a:xfrm>
            <a:off x="1978619" y="1892849"/>
            <a:ext cx="454451" cy="454451"/>
            <a:chOff x="6323089" y="1361318"/>
            <a:chExt cx="630131" cy="630131"/>
          </a:xfrm>
        </p:grpSpPr>
        <p:sp>
          <p:nvSpPr>
            <p:cNvPr id="325" name="Google Shape;325;p20"/>
            <p:cNvSpPr/>
            <p:nvPr/>
          </p:nvSpPr>
          <p:spPr>
            <a:xfrm>
              <a:off x="6332385" y="1406385"/>
              <a:ext cx="612392" cy="539652"/>
            </a:xfrm>
            <a:custGeom>
              <a:avLst/>
              <a:gdLst/>
              <a:ahLst/>
              <a:cxnLst/>
              <a:rect l="l" t="t" r="r" b="b"/>
              <a:pathLst>
                <a:path w="22992" h="20261" extrusionOk="0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478F9C"/>
            </a:solidFill>
            <a:ln>
              <a:noFill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6533133" y="1361318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solidFill>
              <a:srgbClr val="478F9C"/>
            </a:solidFill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6323089" y="1446524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solidFill>
              <a:srgbClr val="478F9C"/>
            </a:solidFill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20"/>
          <p:cNvSpPr/>
          <p:nvPr/>
        </p:nvSpPr>
        <p:spPr>
          <a:xfrm>
            <a:off x="3039970" y="2643825"/>
            <a:ext cx="2205058" cy="334275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4896F"/>
          </a:solidFill>
          <a:ln>
            <a:noFill/>
          </a:ln>
        </p:spPr>
        <p:txBody>
          <a:bodyPr spcFirstLastPara="1" wrap="square" lIns="49050" tIns="49050" rIns="49050" bIns="49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endParaRPr sz="75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3033873" y="2650919"/>
            <a:ext cx="346477" cy="347038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9050" tIns="49050" rIns="49050" bIns="49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endParaRPr sz="75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3586248" y="2686329"/>
            <a:ext cx="1321200" cy="2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050" tIns="49050" rIns="49050" bIns="4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r>
              <a:rPr lang="en" sz="1039" b="0" i="0" u="none" strike="noStrike" cap="none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DESARROLLO</a:t>
            </a:r>
            <a:endParaRPr sz="1039" b="0" i="0" u="none" strike="noStrike" cap="none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331" name="Google Shape;331;p20"/>
          <p:cNvGrpSpPr/>
          <p:nvPr/>
        </p:nvGrpSpPr>
        <p:grpSpPr>
          <a:xfrm>
            <a:off x="2979824" y="2565453"/>
            <a:ext cx="454451" cy="454451"/>
            <a:chOff x="6323089" y="1361318"/>
            <a:chExt cx="630131" cy="630131"/>
          </a:xfrm>
        </p:grpSpPr>
        <p:sp>
          <p:nvSpPr>
            <p:cNvPr id="332" name="Google Shape;332;p20"/>
            <p:cNvSpPr/>
            <p:nvPr/>
          </p:nvSpPr>
          <p:spPr>
            <a:xfrm>
              <a:off x="6332385" y="1406385"/>
              <a:ext cx="612392" cy="539652"/>
            </a:xfrm>
            <a:custGeom>
              <a:avLst/>
              <a:gdLst/>
              <a:ahLst/>
              <a:cxnLst/>
              <a:rect l="l" t="t" r="r" b="b"/>
              <a:pathLst>
                <a:path w="22992" h="20261" extrusionOk="0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34896F"/>
            </a:solidFill>
            <a:ln>
              <a:noFill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6533133" y="1361318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solidFill>
              <a:srgbClr val="34896F"/>
            </a:solidFill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6323089" y="1446524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solidFill>
              <a:srgbClr val="34896F"/>
            </a:solidFill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20"/>
          <p:cNvSpPr/>
          <p:nvPr/>
        </p:nvSpPr>
        <p:spPr>
          <a:xfrm>
            <a:off x="3966395" y="3329700"/>
            <a:ext cx="2205058" cy="334275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49050" tIns="49050" rIns="49050" bIns="49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endParaRPr sz="75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3960298" y="3336794"/>
            <a:ext cx="346477" cy="347038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9050" tIns="49050" rIns="49050" bIns="49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endParaRPr sz="75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4512673" y="3372204"/>
            <a:ext cx="1321200" cy="2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050" tIns="49050" rIns="49050" bIns="4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r>
              <a:rPr lang="en" sz="1039" b="0" i="0" u="none" strike="noStrike" cap="none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PRUEBAS</a:t>
            </a:r>
            <a:endParaRPr sz="1039" b="0" i="0" u="none" strike="noStrike" cap="none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338" name="Google Shape;338;p20"/>
          <p:cNvGrpSpPr/>
          <p:nvPr/>
        </p:nvGrpSpPr>
        <p:grpSpPr>
          <a:xfrm>
            <a:off x="3906249" y="3251328"/>
            <a:ext cx="454451" cy="454451"/>
            <a:chOff x="6323089" y="1361318"/>
            <a:chExt cx="630131" cy="630131"/>
          </a:xfrm>
        </p:grpSpPr>
        <p:sp>
          <p:nvSpPr>
            <p:cNvPr id="339" name="Google Shape;339;p20"/>
            <p:cNvSpPr/>
            <p:nvPr/>
          </p:nvSpPr>
          <p:spPr>
            <a:xfrm>
              <a:off x="6332385" y="1406385"/>
              <a:ext cx="612392" cy="539652"/>
            </a:xfrm>
            <a:custGeom>
              <a:avLst/>
              <a:gdLst/>
              <a:ahLst/>
              <a:cxnLst/>
              <a:rect l="l" t="t" r="r" b="b"/>
              <a:pathLst>
                <a:path w="22992" h="20261" extrusionOk="0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6533133" y="1361318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solidFill>
              <a:srgbClr val="DD915E"/>
            </a:solidFill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6323089" y="1446524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solidFill>
              <a:srgbClr val="DD915E"/>
            </a:solidFill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2" name="Google Shape;342;p20"/>
          <p:cNvSpPr/>
          <p:nvPr/>
        </p:nvSpPr>
        <p:spPr>
          <a:xfrm>
            <a:off x="4936645" y="4008775"/>
            <a:ext cx="2205058" cy="334275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C065"/>
          </a:solidFill>
          <a:ln>
            <a:noFill/>
          </a:ln>
        </p:spPr>
        <p:txBody>
          <a:bodyPr spcFirstLastPara="1" wrap="square" lIns="49050" tIns="49050" rIns="49050" bIns="49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endParaRPr sz="75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4930548" y="4015869"/>
            <a:ext cx="346477" cy="347038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9050" tIns="49050" rIns="49050" bIns="49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endParaRPr sz="75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5482923" y="4051279"/>
            <a:ext cx="1321200" cy="2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050" tIns="49050" rIns="49050" bIns="49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r>
              <a:rPr lang="en" sz="1039" b="0" i="0" u="none" strike="noStrike" cap="none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IMPLEMENTACIÓN</a:t>
            </a:r>
            <a:endParaRPr sz="1039" b="0" i="0" u="none" strike="noStrike" cap="none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345" name="Google Shape;345;p20"/>
          <p:cNvGrpSpPr/>
          <p:nvPr/>
        </p:nvGrpSpPr>
        <p:grpSpPr>
          <a:xfrm>
            <a:off x="4876499" y="3930403"/>
            <a:ext cx="454451" cy="454451"/>
            <a:chOff x="6323089" y="1361318"/>
            <a:chExt cx="630131" cy="630131"/>
          </a:xfrm>
        </p:grpSpPr>
        <p:sp>
          <p:nvSpPr>
            <p:cNvPr id="346" name="Google Shape;346;p20"/>
            <p:cNvSpPr/>
            <p:nvPr/>
          </p:nvSpPr>
          <p:spPr>
            <a:xfrm>
              <a:off x="6332385" y="1406385"/>
              <a:ext cx="612392" cy="539652"/>
            </a:xfrm>
            <a:custGeom>
              <a:avLst/>
              <a:gdLst/>
              <a:ahLst/>
              <a:cxnLst/>
              <a:rect l="l" t="t" r="r" b="b"/>
              <a:pathLst>
                <a:path w="22992" h="20261" extrusionOk="0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F2C065"/>
            </a:solidFill>
            <a:ln>
              <a:noFill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6533133" y="1361318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solidFill>
              <a:srgbClr val="F2C065"/>
            </a:solidFill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6323089" y="1446524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solidFill>
              <a:srgbClr val="F2C065"/>
            </a:solidFill>
            <a:ln w="95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65925" tIns="65925" rIns="65925" bIns="659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10"/>
                <a:buFont typeface="Arial"/>
                <a:buNone/>
              </a:pPr>
              <a:endParaRPr sz="100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49" name="Google Shape;349;p20"/>
          <p:cNvCxnSpPr/>
          <p:nvPr/>
        </p:nvCxnSpPr>
        <p:spPr>
          <a:xfrm>
            <a:off x="3433550" y="1415825"/>
            <a:ext cx="615600" cy="540600"/>
          </a:xfrm>
          <a:prstGeom prst="bentConnector3">
            <a:avLst>
              <a:gd name="adj1" fmla="val 10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0" name="Google Shape;350;p20"/>
          <p:cNvCxnSpPr/>
          <p:nvPr/>
        </p:nvCxnSpPr>
        <p:spPr>
          <a:xfrm>
            <a:off x="4243825" y="2103225"/>
            <a:ext cx="615600" cy="540600"/>
          </a:xfrm>
          <a:prstGeom prst="bentConnector3">
            <a:avLst>
              <a:gd name="adj1" fmla="val 10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1" name="Google Shape;351;p20"/>
          <p:cNvCxnSpPr/>
          <p:nvPr/>
        </p:nvCxnSpPr>
        <p:spPr>
          <a:xfrm>
            <a:off x="5236875" y="2789100"/>
            <a:ext cx="615600" cy="540600"/>
          </a:xfrm>
          <a:prstGeom prst="bentConnector3">
            <a:avLst>
              <a:gd name="adj1" fmla="val 10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2" name="Google Shape;352;p20"/>
          <p:cNvCxnSpPr/>
          <p:nvPr/>
        </p:nvCxnSpPr>
        <p:spPr>
          <a:xfrm>
            <a:off x="6171450" y="3468175"/>
            <a:ext cx="615600" cy="540600"/>
          </a:xfrm>
          <a:prstGeom prst="bentConnector3">
            <a:avLst>
              <a:gd name="adj1" fmla="val 10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53" name="Google Shape;353;p20" title="lup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9925" y="1294775"/>
            <a:ext cx="212700" cy="2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0" title="diseno-grafico (1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9500" y="2002275"/>
            <a:ext cx="212700" cy="2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0" title="codi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00763" y="2690175"/>
            <a:ext cx="212700" cy="2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0" title="prueba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27125" y="3372200"/>
            <a:ext cx="212700" cy="2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0" title="puesta-en-marcha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92150" y="4045975"/>
            <a:ext cx="223275" cy="22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"/>
          <p:cNvSpPr/>
          <p:nvPr/>
        </p:nvSpPr>
        <p:spPr>
          <a:xfrm>
            <a:off x="2498250" y="2234441"/>
            <a:ext cx="1403705" cy="1403673"/>
          </a:xfrm>
          <a:custGeom>
            <a:avLst/>
            <a:gdLst/>
            <a:ahLst/>
            <a:cxnLst/>
            <a:rect l="l" t="t" r="r" b="b"/>
            <a:pathLst>
              <a:path w="43546" h="43545" extrusionOk="0">
                <a:moveTo>
                  <a:pt x="19730" y="0"/>
                </a:moveTo>
                <a:cubicBezTo>
                  <a:pt x="19730" y="5447"/>
                  <a:pt x="17513" y="10387"/>
                  <a:pt x="13935" y="13934"/>
                </a:cubicBezTo>
                <a:cubicBezTo>
                  <a:pt x="10388" y="17513"/>
                  <a:pt x="5447" y="19730"/>
                  <a:pt x="0" y="19730"/>
                </a:cubicBezTo>
                <a:lnTo>
                  <a:pt x="0" y="43545"/>
                </a:lnTo>
                <a:cubicBezTo>
                  <a:pt x="12034" y="43545"/>
                  <a:pt x="22897" y="38668"/>
                  <a:pt x="30782" y="30782"/>
                </a:cubicBezTo>
                <a:cubicBezTo>
                  <a:pt x="38668" y="22928"/>
                  <a:pt x="43545" y="12034"/>
                  <a:pt x="43545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3" name="Google Shape;363;p28"/>
          <p:cNvGrpSpPr/>
          <p:nvPr/>
        </p:nvGrpSpPr>
        <p:grpSpPr>
          <a:xfrm>
            <a:off x="6841307" y="1077897"/>
            <a:ext cx="71700" cy="1176650"/>
            <a:chOff x="1159825" y="2932050"/>
            <a:chExt cx="71700" cy="1176650"/>
          </a:xfrm>
        </p:grpSpPr>
        <p:cxnSp>
          <p:nvCxnSpPr>
            <p:cNvPr id="364" name="Google Shape;364;p28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w="9525" cap="flat" cmpd="sng">
              <a:solidFill>
                <a:srgbClr val="22283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5" name="Google Shape;365;p28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6" name="Google Shape;366;p28"/>
          <p:cNvGrpSpPr/>
          <p:nvPr/>
        </p:nvGrpSpPr>
        <p:grpSpPr>
          <a:xfrm>
            <a:off x="4527900" y="1296714"/>
            <a:ext cx="71700" cy="1655900"/>
            <a:chOff x="1159825" y="2932050"/>
            <a:chExt cx="71700" cy="1176650"/>
          </a:xfrm>
        </p:grpSpPr>
        <p:cxnSp>
          <p:nvCxnSpPr>
            <p:cNvPr id="367" name="Google Shape;367;p28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w="9525" cap="flat" cmpd="sng">
              <a:solidFill>
                <a:srgbClr val="F2A36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8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28"/>
          <p:cNvGrpSpPr/>
          <p:nvPr/>
        </p:nvGrpSpPr>
        <p:grpSpPr>
          <a:xfrm>
            <a:off x="1236025" y="2305237"/>
            <a:ext cx="71700" cy="1307150"/>
            <a:chOff x="1159825" y="2801550"/>
            <a:chExt cx="71700" cy="1307150"/>
          </a:xfrm>
        </p:grpSpPr>
        <p:cxnSp>
          <p:nvCxnSpPr>
            <p:cNvPr id="370" name="Google Shape;370;p28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1" name="Google Shape;371;p28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2" name="Google Shape;372;p28"/>
          <p:cNvSpPr/>
          <p:nvPr/>
        </p:nvSpPr>
        <p:spPr>
          <a:xfrm>
            <a:off x="1110902" y="2234453"/>
            <a:ext cx="1403705" cy="1403673"/>
          </a:xfrm>
          <a:custGeom>
            <a:avLst/>
            <a:gdLst/>
            <a:ahLst/>
            <a:cxnLst/>
            <a:rect l="l" t="t" r="r" b="b"/>
            <a:pathLst>
              <a:path w="43546" h="43545" extrusionOk="0">
                <a:moveTo>
                  <a:pt x="0" y="0"/>
                </a:moveTo>
                <a:cubicBezTo>
                  <a:pt x="0" y="12034"/>
                  <a:pt x="4877" y="22897"/>
                  <a:pt x="12731" y="30782"/>
                </a:cubicBezTo>
                <a:cubicBezTo>
                  <a:pt x="20617" y="38668"/>
                  <a:pt x="31511" y="43545"/>
                  <a:pt x="43545" y="43545"/>
                </a:cubicBezTo>
                <a:lnTo>
                  <a:pt x="43545" y="19730"/>
                </a:lnTo>
                <a:cubicBezTo>
                  <a:pt x="38098" y="19730"/>
                  <a:pt x="33158" y="17513"/>
                  <a:pt x="29579" y="13934"/>
                </a:cubicBezTo>
                <a:cubicBezTo>
                  <a:pt x="26032" y="10387"/>
                  <a:pt x="23815" y="5447"/>
                  <a:pt x="23815" y="0"/>
                </a:cubicBezTo>
                <a:close/>
              </a:path>
            </a:pathLst>
          </a:custGeom>
          <a:solidFill>
            <a:srgbClr val="AFAF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5471801" y="800100"/>
            <a:ext cx="2257747" cy="908608"/>
          </a:xfrm>
          <a:custGeom>
            <a:avLst/>
            <a:gdLst/>
            <a:ahLst/>
            <a:cxnLst/>
            <a:rect l="l" t="t" r="r" b="b"/>
            <a:pathLst>
              <a:path w="112047" h="28187" extrusionOk="0">
                <a:moveTo>
                  <a:pt x="101469" y="1"/>
                </a:moveTo>
                <a:lnTo>
                  <a:pt x="101469" y="2123"/>
                </a:lnTo>
                <a:lnTo>
                  <a:pt x="1" y="2123"/>
                </a:lnTo>
                <a:lnTo>
                  <a:pt x="1" y="25969"/>
                </a:lnTo>
                <a:lnTo>
                  <a:pt x="101469" y="25969"/>
                </a:lnTo>
                <a:lnTo>
                  <a:pt x="101469" y="28186"/>
                </a:lnTo>
                <a:lnTo>
                  <a:pt x="112046" y="14062"/>
                </a:lnTo>
                <a:lnTo>
                  <a:pt x="101469" y="1"/>
                </a:lnTo>
                <a:close/>
              </a:path>
            </a:pathLst>
          </a:custGeom>
          <a:solidFill>
            <a:srgbClr val="395C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3130200" y="876300"/>
            <a:ext cx="1403705" cy="1404737"/>
          </a:xfrm>
          <a:custGeom>
            <a:avLst/>
            <a:gdLst/>
            <a:ahLst/>
            <a:cxnLst/>
            <a:rect l="l" t="t" r="r" b="b"/>
            <a:pathLst>
              <a:path w="43546" h="43578" extrusionOk="0">
                <a:moveTo>
                  <a:pt x="43546" y="1"/>
                </a:moveTo>
                <a:cubicBezTo>
                  <a:pt x="31512" y="1"/>
                  <a:pt x="20649" y="4878"/>
                  <a:pt x="12764" y="12763"/>
                </a:cubicBezTo>
                <a:cubicBezTo>
                  <a:pt x="4878" y="20649"/>
                  <a:pt x="1" y="31543"/>
                  <a:pt x="1" y="43577"/>
                </a:cubicBezTo>
                <a:lnTo>
                  <a:pt x="23816" y="43577"/>
                </a:lnTo>
                <a:cubicBezTo>
                  <a:pt x="23816" y="38130"/>
                  <a:pt x="26033" y="33190"/>
                  <a:pt x="29612" y="29611"/>
                </a:cubicBezTo>
                <a:cubicBezTo>
                  <a:pt x="33158" y="26033"/>
                  <a:pt x="38099" y="23847"/>
                  <a:pt x="43546" y="23847"/>
                </a:cubicBezTo>
                <a:lnTo>
                  <a:pt x="4354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8"/>
          <p:cNvSpPr txBox="1"/>
          <p:nvPr/>
        </p:nvSpPr>
        <p:spPr>
          <a:xfrm>
            <a:off x="461650" y="261000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Cronograma</a:t>
            </a:r>
            <a:endParaRPr sz="25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" name="Google Shape;376;p28"/>
          <p:cNvSpPr txBox="1"/>
          <p:nvPr/>
        </p:nvSpPr>
        <p:spPr>
          <a:xfrm>
            <a:off x="460525" y="3679282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Semana 1 a la 4</a:t>
            </a:r>
            <a:endParaRPr sz="14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" name="Google Shape;377;p28"/>
          <p:cNvSpPr txBox="1"/>
          <p:nvPr/>
        </p:nvSpPr>
        <p:spPr>
          <a:xfrm>
            <a:off x="250525" y="4006875"/>
            <a:ext cx="2042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- Levantamiento de requerimientos</a:t>
            </a:r>
            <a:endParaRPr sz="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- Definición arquitectura</a:t>
            </a:r>
            <a:endParaRPr sz="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- Diseño mockups</a:t>
            </a:r>
            <a:endParaRPr sz="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" name="Google Shape;378;p28"/>
          <p:cNvSpPr txBox="1"/>
          <p:nvPr/>
        </p:nvSpPr>
        <p:spPr>
          <a:xfrm>
            <a:off x="1436350" y="2646975"/>
            <a:ext cx="67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FASE 1</a:t>
            </a:r>
            <a:endParaRPr sz="1200" b="1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3271325" y="1708700"/>
            <a:ext cx="67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FASE 2</a:t>
            </a:r>
            <a:endParaRPr sz="1200" b="1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6118606" y="1076800"/>
            <a:ext cx="6714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FASE 3</a:t>
            </a:r>
            <a:endParaRPr sz="1200" b="1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4508500" y="875200"/>
            <a:ext cx="963300" cy="766200"/>
          </a:xfrm>
          <a:prstGeom prst="rect">
            <a:avLst/>
          </a:pr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3720025" y="3106907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Semana 5 a la 15</a:t>
            </a:r>
            <a:endParaRPr sz="14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3433550" y="3456600"/>
            <a:ext cx="24213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- Desarrollo front-end</a:t>
            </a:r>
            <a:endParaRPr sz="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- Desarrollo Back-end</a:t>
            </a:r>
            <a:endParaRPr sz="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- Desarrollo integración fuentes externas</a:t>
            </a:r>
            <a:endParaRPr sz="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- Desarrollo motor IA</a:t>
            </a:r>
            <a:endParaRPr sz="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- Pruebas unitarias</a:t>
            </a:r>
            <a:endParaRPr sz="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4" name="Google Shape;384;p28"/>
          <p:cNvSpPr txBox="1"/>
          <p:nvPr/>
        </p:nvSpPr>
        <p:spPr>
          <a:xfrm>
            <a:off x="6053500" y="2376982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Semana 16 a la 18</a:t>
            </a:r>
            <a:endParaRPr sz="14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85" name="Google Shape;385;p28"/>
          <p:cNvSpPr txBox="1"/>
          <p:nvPr/>
        </p:nvSpPr>
        <p:spPr>
          <a:xfrm>
            <a:off x="6025825" y="2601400"/>
            <a:ext cx="18054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- Pruebas de casos simulados</a:t>
            </a:r>
            <a:endParaRPr sz="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- Validaciones</a:t>
            </a:r>
            <a:endParaRPr sz="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- Entrega final</a:t>
            </a:r>
            <a:endParaRPr sz="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"/>
          <p:cNvSpPr txBox="1"/>
          <p:nvPr/>
        </p:nvSpPr>
        <p:spPr>
          <a:xfrm>
            <a:off x="710250" y="6950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Arquitectura</a:t>
            </a:r>
            <a:endParaRPr sz="28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391" name="Google Shape;391;p3" title="Diagrama en blanc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8563" y="652375"/>
            <a:ext cx="5566878" cy="4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"/>
          <p:cNvPicPr preferRelativeResize="0"/>
          <p:nvPr/>
        </p:nvPicPr>
        <p:blipFill rotWithShape="1">
          <a:blip r:embed="rId4">
            <a:alphaModFix/>
          </a:blip>
          <a:srcRect l="5881" t="8880" r="4592" b="7184"/>
          <a:stretch/>
        </p:blipFill>
        <p:spPr>
          <a:xfrm>
            <a:off x="6266775" y="370500"/>
            <a:ext cx="923774" cy="63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7a920eea83_0_63"/>
          <p:cNvSpPr txBox="1"/>
          <p:nvPr/>
        </p:nvSpPr>
        <p:spPr>
          <a:xfrm>
            <a:off x="710250" y="1265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Tecnologías utilizadas</a:t>
            </a:r>
            <a:endParaRPr sz="28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398" name="Google Shape;398;g37a920eea83_0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3475" y="1051900"/>
            <a:ext cx="880300" cy="83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37a920eea83_0_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6175" y="1051900"/>
            <a:ext cx="880300" cy="791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g37a920eea83_0_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23475" y="2042350"/>
            <a:ext cx="1032700" cy="757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37a920eea83_0_6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08475" y="2042350"/>
            <a:ext cx="775700" cy="65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37a920eea83_0_6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12" y="918725"/>
            <a:ext cx="1589938" cy="112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7a920eea83_0_6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1975" y="2281000"/>
            <a:ext cx="1589950" cy="581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7a920eea83_0_6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29475" y="1051899"/>
            <a:ext cx="2035100" cy="9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37a920eea83_0_6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22420" y="3723925"/>
            <a:ext cx="1126130" cy="9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37a920eea83_0_6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9275" y="1969400"/>
            <a:ext cx="1884826" cy="73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7a920eea83_0_78"/>
          <p:cNvSpPr txBox="1"/>
          <p:nvPr/>
        </p:nvSpPr>
        <p:spPr>
          <a:xfrm>
            <a:off x="326000" y="2116925"/>
            <a:ext cx="1861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Modelo de datos</a:t>
            </a:r>
            <a:endParaRPr sz="28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412" name="Google Shape;412;g37a920eea83_0_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6429" y="412804"/>
            <a:ext cx="6805226" cy="4519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85652bf586_0_219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Demo</a:t>
            </a:r>
            <a:r>
              <a:rPr lang="en" sz="2800" b="0" i="0" u="none" strike="noStrike" cap="none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de Proyecto</a:t>
            </a:r>
            <a:endParaRPr sz="28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18" name="Google Shape;418;g385652bf586_0_219"/>
          <p:cNvGrpSpPr/>
          <p:nvPr/>
        </p:nvGrpSpPr>
        <p:grpSpPr>
          <a:xfrm>
            <a:off x="2391123" y="1493826"/>
            <a:ext cx="4376054" cy="2467620"/>
            <a:chOff x="2185750" y="2059275"/>
            <a:chExt cx="3230275" cy="1821525"/>
          </a:xfrm>
        </p:grpSpPr>
        <p:sp>
          <p:nvSpPr>
            <p:cNvPr id="419" name="Google Shape;419;g385652bf586_0_219"/>
            <p:cNvSpPr/>
            <p:nvPr/>
          </p:nvSpPr>
          <p:spPr>
            <a:xfrm>
              <a:off x="4530075" y="3260850"/>
              <a:ext cx="552650" cy="552650"/>
            </a:xfrm>
            <a:custGeom>
              <a:avLst/>
              <a:gdLst/>
              <a:ahLst/>
              <a:cxnLst/>
              <a:rect l="l" t="t" r="r" b="b"/>
              <a:pathLst>
                <a:path w="22106" h="22106" extrusionOk="0">
                  <a:moveTo>
                    <a:pt x="11053" y="2186"/>
                  </a:moveTo>
                  <a:cubicBezTo>
                    <a:pt x="15961" y="2186"/>
                    <a:pt x="19920" y="6176"/>
                    <a:pt x="19920" y="11053"/>
                  </a:cubicBezTo>
                  <a:cubicBezTo>
                    <a:pt x="19920" y="15962"/>
                    <a:pt x="15961" y="19952"/>
                    <a:pt x="11053" y="19952"/>
                  </a:cubicBezTo>
                  <a:cubicBezTo>
                    <a:pt x="6144" y="19952"/>
                    <a:pt x="2154" y="15962"/>
                    <a:pt x="2154" y="11053"/>
                  </a:cubicBezTo>
                  <a:cubicBezTo>
                    <a:pt x="2154" y="6176"/>
                    <a:pt x="6144" y="2186"/>
                    <a:pt x="11053" y="2186"/>
                  </a:cubicBezTo>
                  <a:close/>
                  <a:moveTo>
                    <a:pt x="11053" y="1"/>
                  </a:moveTo>
                  <a:cubicBezTo>
                    <a:pt x="4940" y="1"/>
                    <a:pt x="0" y="4973"/>
                    <a:pt x="0" y="11053"/>
                  </a:cubicBezTo>
                  <a:cubicBezTo>
                    <a:pt x="0" y="17165"/>
                    <a:pt x="4972" y="22106"/>
                    <a:pt x="11053" y="22106"/>
                  </a:cubicBezTo>
                  <a:cubicBezTo>
                    <a:pt x="17133" y="22106"/>
                    <a:pt x="22105" y="17165"/>
                    <a:pt x="22105" y="11053"/>
                  </a:cubicBezTo>
                  <a:cubicBezTo>
                    <a:pt x="22105" y="4973"/>
                    <a:pt x="17133" y="1"/>
                    <a:pt x="1105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385652bf586_0_219"/>
            <p:cNvSpPr/>
            <p:nvPr/>
          </p:nvSpPr>
          <p:spPr>
            <a:xfrm>
              <a:off x="4976600" y="2299700"/>
              <a:ext cx="439425" cy="439425"/>
            </a:xfrm>
            <a:custGeom>
              <a:avLst/>
              <a:gdLst/>
              <a:ahLst/>
              <a:cxnLst/>
              <a:rect l="l" t="t" r="r" b="b"/>
              <a:pathLst>
                <a:path w="17577" h="17577" extrusionOk="0">
                  <a:moveTo>
                    <a:pt x="8804" y="2154"/>
                  </a:moveTo>
                  <a:cubicBezTo>
                    <a:pt x="12446" y="2154"/>
                    <a:pt x="15423" y="5131"/>
                    <a:pt x="15423" y="8805"/>
                  </a:cubicBezTo>
                  <a:cubicBezTo>
                    <a:pt x="15423" y="12447"/>
                    <a:pt x="12446" y="15424"/>
                    <a:pt x="8804" y="15424"/>
                  </a:cubicBezTo>
                  <a:cubicBezTo>
                    <a:pt x="5131" y="15424"/>
                    <a:pt x="2186" y="12447"/>
                    <a:pt x="2186" y="8805"/>
                  </a:cubicBezTo>
                  <a:cubicBezTo>
                    <a:pt x="2186" y="5131"/>
                    <a:pt x="5162" y="2154"/>
                    <a:pt x="8804" y="2154"/>
                  </a:cubicBezTo>
                  <a:close/>
                  <a:moveTo>
                    <a:pt x="8804" y="1"/>
                  </a:moveTo>
                  <a:cubicBezTo>
                    <a:pt x="3959" y="1"/>
                    <a:pt x="0" y="3959"/>
                    <a:pt x="0" y="8805"/>
                  </a:cubicBezTo>
                  <a:cubicBezTo>
                    <a:pt x="0" y="13650"/>
                    <a:pt x="3959" y="17577"/>
                    <a:pt x="8804" y="17577"/>
                  </a:cubicBezTo>
                  <a:cubicBezTo>
                    <a:pt x="13650" y="17577"/>
                    <a:pt x="17577" y="13650"/>
                    <a:pt x="17577" y="8805"/>
                  </a:cubicBezTo>
                  <a:cubicBezTo>
                    <a:pt x="17577" y="3959"/>
                    <a:pt x="13650" y="1"/>
                    <a:pt x="88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385652bf586_0_219"/>
            <p:cNvSpPr/>
            <p:nvPr/>
          </p:nvSpPr>
          <p:spPr>
            <a:xfrm>
              <a:off x="2185750" y="2387600"/>
              <a:ext cx="507525" cy="508300"/>
            </a:xfrm>
            <a:custGeom>
              <a:avLst/>
              <a:gdLst/>
              <a:ahLst/>
              <a:cxnLst/>
              <a:rect l="l" t="t" r="r" b="b"/>
              <a:pathLst>
                <a:path w="20301" h="20332" extrusionOk="0">
                  <a:moveTo>
                    <a:pt x="10135" y="2185"/>
                  </a:moveTo>
                  <a:cubicBezTo>
                    <a:pt x="14569" y="2185"/>
                    <a:pt x="18147" y="5764"/>
                    <a:pt x="18147" y="10166"/>
                  </a:cubicBezTo>
                  <a:cubicBezTo>
                    <a:pt x="18147" y="14599"/>
                    <a:pt x="14569" y="18178"/>
                    <a:pt x="10135" y="18178"/>
                  </a:cubicBezTo>
                  <a:cubicBezTo>
                    <a:pt x="5733" y="18178"/>
                    <a:pt x="2154" y="14599"/>
                    <a:pt x="2154" y="10166"/>
                  </a:cubicBezTo>
                  <a:cubicBezTo>
                    <a:pt x="2154" y="5764"/>
                    <a:pt x="5733" y="2185"/>
                    <a:pt x="10135" y="2185"/>
                  </a:cubicBezTo>
                  <a:close/>
                  <a:moveTo>
                    <a:pt x="10135" y="0"/>
                  </a:moveTo>
                  <a:cubicBezTo>
                    <a:pt x="4530" y="0"/>
                    <a:pt x="1" y="4560"/>
                    <a:pt x="1" y="10166"/>
                  </a:cubicBezTo>
                  <a:cubicBezTo>
                    <a:pt x="1" y="15771"/>
                    <a:pt x="4561" y="20331"/>
                    <a:pt x="10135" y="20331"/>
                  </a:cubicBezTo>
                  <a:cubicBezTo>
                    <a:pt x="15740" y="20331"/>
                    <a:pt x="20301" y="15771"/>
                    <a:pt x="20301" y="10166"/>
                  </a:cubicBezTo>
                  <a:cubicBezTo>
                    <a:pt x="20301" y="4560"/>
                    <a:pt x="15740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385652bf586_0_219"/>
            <p:cNvSpPr/>
            <p:nvPr/>
          </p:nvSpPr>
          <p:spPr>
            <a:xfrm>
              <a:off x="2603000" y="3506300"/>
              <a:ext cx="374500" cy="374500"/>
            </a:xfrm>
            <a:custGeom>
              <a:avLst/>
              <a:gdLst/>
              <a:ahLst/>
              <a:cxnLst/>
              <a:rect l="l" t="t" r="r" b="b"/>
              <a:pathLst>
                <a:path w="14980" h="14980" extrusionOk="0">
                  <a:moveTo>
                    <a:pt x="7506" y="2185"/>
                  </a:moveTo>
                  <a:cubicBezTo>
                    <a:pt x="10420" y="2185"/>
                    <a:pt x="12826" y="4560"/>
                    <a:pt x="12826" y="7506"/>
                  </a:cubicBezTo>
                  <a:cubicBezTo>
                    <a:pt x="12826" y="10419"/>
                    <a:pt x="10420" y="12794"/>
                    <a:pt x="7506" y="12794"/>
                  </a:cubicBezTo>
                  <a:cubicBezTo>
                    <a:pt x="4561" y="12794"/>
                    <a:pt x="2186" y="10419"/>
                    <a:pt x="2186" y="7506"/>
                  </a:cubicBezTo>
                  <a:cubicBezTo>
                    <a:pt x="2186" y="4560"/>
                    <a:pt x="4561" y="2185"/>
                    <a:pt x="7506" y="2185"/>
                  </a:cubicBezTo>
                  <a:close/>
                  <a:moveTo>
                    <a:pt x="7506" y="0"/>
                  </a:moveTo>
                  <a:cubicBezTo>
                    <a:pt x="3357" y="0"/>
                    <a:pt x="1" y="3357"/>
                    <a:pt x="1" y="7474"/>
                  </a:cubicBezTo>
                  <a:cubicBezTo>
                    <a:pt x="1" y="11623"/>
                    <a:pt x="3357" y="14980"/>
                    <a:pt x="7506" y="14980"/>
                  </a:cubicBezTo>
                  <a:cubicBezTo>
                    <a:pt x="11623" y="14980"/>
                    <a:pt x="14980" y="11623"/>
                    <a:pt x="14980" y="7474"/>
                  </a:cubicBezTo>
                  <a:cubicBezTo>
                    <a:pt x="14980" y="3357"/>
                    <a:pt x="11623" y="0"/>
                    <a:pt x="75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385652bf586_0_219"/>
            <p:cNvSpPr/>
            <p:nvPr/>
          </p:nvSpPr>
          <p:spPr>
            <a:xfrm>
              <a:off x="4264050" y="3195925"/>
              <a:ext cx="344425" cy="232000"/>
            </a:xfrm>
            <a:custGeom>
              <a:avLst/>
              <a:gdLst/>
              <a:ahLst/>
              <a:cxnLst/>
              <a:rect l="l" t="t" r="r" b="b"/>
              <a:pathLst>
                <a:path w="13777" h="9280" extrusionOk="0">
                  <a:moveTo>
                    <a:pt x="1077" y="1"/>
                  </a:moveTo>
                  <a:lnTo>
                    <a:pt x="0" y="1869"/>
                  </a:lnTo>
                  <a:lnTo>
                    <a:pt x="12700" y="9280"/>
                  </a:lnTo>
                  <a:lnTo>
                    <a:pt x="13776" y="7411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g385652bf586_0_219"/>
            <p:cNvSpPr/>
            <p:nvPr/>
          </p:nvSpPr>
          <p:spPr>
            <a:xfrm>
              <a:off x="4263250" y="2574425"/>
              <a:ext cx="749800" cy="292975"/>
            </a:xfrm>
            <a:custGeom>
              <a:avLst/>
              <a:gdLst/>
              <a:ahLst/>
              <a:cxnLst/>
              <a:rect l="l" t="t" r="r" b="b"/>
              <a:pathLst>
                <a:path w="29992" h="11719" extrusionOk="0">
                  <a:moveTo>
                    <a:pt x="29294" y="1"/>
                  </a:moveTo>
                  <a:lnTo>
                    <a:pt x="1" y="9692"/>
                  </a:lnTo>
                  <a:lnTo>
                    <a:pt x="666" y="11718"/>
                  </a:lnTo>
                  <a:lnTo>
                    <a:pt x="29991" y="2028"/>
                  </a:lnTo>
                  <a:lnTo>
                    <a:pt x="2929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385652bf586_0_219"/>
            <p:cNvSpPr/>
            <p:nvPr/>
          </p:nvSpPr>
          <p:spPr>
            <a:xfrm>
              <a:off x="2652075" y="2671025"/>
              <a:ext cx="598575" cy="227250"/>
            </a:xfrm>
            <a:custGeom>
              <a:avLst/>
              <a:gdLst/>
              <a:ahLst/>
              <a:cxnLst/>
              <a:rect l="l" t="t" r="r" b="b"/>
              <a:pathLst>
                <a:path w="23943" h="9090" extrusionOk="0">
                  <a:moveTo>
                    <a:pt x="603" y="0"/>
                  </a:moveTo>
                  <a:lnTo>
                    <a:pt x="1" y="2091"/>
                  </a:lnTo>
                  <a:lnTo>
                    <a:pt x="23309" y="9089"/>
                  </a:lnTo>
                  <a:lnTo>
                    <a:pt x="23943" y="6999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85652bf586_0_219"/>
            <p:cNvSpPr/>
            <p:nvPr/>
          </p:nvSpPr>
          <p:spPr>
            <a:xfrm>
              <a:off x="2920475" y="3168225"/>
              <a:ext cx="183725" cy="183700"/>
            </a:xfrm>
            <a:custGeom>
              <a:avLst/>
              <a:gdLst/>
              <a:ahLst/>
              <a:cxnLst/>
              <a:rect l="l" t="t" r="r" b="b"/>
              <a:pathLst>
                <a:path w="7349" h="7348" extrusionOk="0">
                  <a:moveTo>
                    <a:pt x="3674" y="2154"/>
                  </a:moveTo>
                  <a:cubicBezTo>
                    <a:pt x="4498" y="2154"/>
                    <a:pt x="5195" y="2851"/>
                    <a:pt x="5195" y="3674"/>
                  </a:cubicBezTo>
                  <a:cubicBezTo>
                    <a:pt x="5195" y="4498"/>
                    <a:pt x="4498" y="5194"/>
                    <a:pt x="3674" y="5194"/>
                  </a:cubicBezTo>
                  <a:cubicBezTo>
                    <a:pt x="2851" y="5194"/>
                    <a:pt x="2154" y="4498"/>
                    <a:pt x="2154" y="3674"/>
                  </a:cubicBezTo>
                  <a:cubicBezTo>
                    <a:pt x="2154" y="2851"/>
                    <a:pt x="2851" y="2154"/>
                    <a:pt x="3674" y="2154"/>
                  </a:cubicBezTo>
                  <a:close/>
                  <a:moveTo>
                    <a:pt x="3674" y="1"/>
                  </a:moveTo>
                  <a:cubicBezTo>
                    <a:pt x="1648" y="1"/>
                    <a:pt x="1" y="1647"/>
                    <a:pt x="1" y="3674"/>
                  </a:cubicBezTo>
                  <a:cubicBezTo>
                    <a:pt x="1" y="5701"/>
                    <a:pt x="1648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1"/>
                    <a:pt x="367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385652bf586_0_219"/>
            <p:cNvSpPr/>
            <p:nvPr/>
          </p:nvSpPr>
          <p:spPr>
            <a:xfrm>
              <a:off x="3062200" y="3162675"/>
              <a:ext cx="186075" cy="91075"/>
            </a:xfrm>
            <a:custGeom>
              <a:avLst/>
              <a:gdLst/>
              <a:ahLst/>
              <a:cxnLst/>
              <a:rect l="l" t="t" r="r" b="b"/>
              <a:pathLst>
                <a:path w="7443" h="3643" extrusionOk="0">
                  <a:moveTo>
                    <a:pt x="6999" y="1"/>
                  </a:moveTo>
                  <a:lnTo>
                    <a:pt x="1" y="1521"/>
                  </a:lnTo>
                  <a:lnTo>
                    <a:pt x="476" y="3643"/>
                  </a:lnTo>
                  <a:lnTo>
                    <a:pt x="7443" y="2123"/>
                  </a:lnTo>
                  <a:lnTo>
                    <a:pt x="699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385652bf586_0_219"/>
            <p:cNvSpPr/>
            <p:nvPr/>
          </p:nvSpPr>
          <p:spPr>
            <a:xfrm>
              <a:off x="2917325" y="3359025"/>
              <a:ext cx="447350" cy="280300"/>
            </a:xfrm>
            <a:custGeom>
              <a:avLst/>
              <a:gdLst/>
              <a:ahLst/>
              <a:cxnLst/>
              <a:rect l="l" t="t" r="r" b="b"/>
              <a:pathLst>
                <a:path w="17894" h="11212" extrusionOk="0">
                  <a:moveTo>
                    <a:pt x="16848" y="1"/>
                  </a:moveTo>
                  <a:lnTo>
                    <a:pt x="0" y="9311"/>
                  </a:lnTo>
                  <a:lnTo>
                    <a:pt x="1045" y="11212"/>
                  </a:lnTo>
                  <a:lnTo>
                    <a:pt x="17893" y="1901"/>
                  </a:lnTo>
                  <a:lnTo>
                    <a:pt x="1684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85652bf586_0_219"/>
            <p:cNvSpPr/>
            <p:nvPr/>
          </p:nvSpPr>
          <p:spPr>
            <a:xfrm>
              <a:off x="4016225" y="3644850"/>
              <a:ext cx="184500" cy="183700"/>
            </a:xfrm>
            <a:custGeom>
              <a:avLst/>
              <a:gdLst/>
              <a:ahLst/>
              <a:cxnLst/>
              <a:rect l="l" t="t" r="r" b="b"/>
              <a:pathLst>
                <a:path w="7380" h="7348" extrusionOk="0">
                  <a:moveTo>
                    <a:pt x="3706" y="2154"/>
                  </a:moveTo>
                  <a:cubicBezTo>
                    <a:pt x="4529" y="2154"/>
                    <a:pt x="5195" y="2850"/>
                    <a:pt x="5195" y="3674"/>
                  </a:cubicBezTo>
                  <a:cubicBezTo>
                    <a:pt x="5195" y="4497"/>
                    <a:pt x="4529" y="5194"/>
                    <a:pt x="3706" y="5194"/>
                  </a:cubicBezTo>
                  <a:cubicBezTo>
                    <a:pt x="2851" y="5194"/>
                    <a:pt x="2186" y="4497"/>
                    <a:pt x="2186" y="3674"/>
                  </a:cubicBezTo>
                  <a:cubicBezTo>
                    <a:pt x="2186" y="2850"/>
                    <a:pt x="2851" y="2154"/>
                    <a:pt x="3706" y="2154"/>
                  </a:cubicBezTo>
                  <a:close/>
                  <a:moveTo>
                    <a:pt x="3706" y="0"/>
                  </a:moveTo>
                  <a:cubicBezTo>
                    <a:pt x="1648" y="0"/>
                    <a:pt x="1" y="1647"/>
                    <a:pt x="1" y="3674"/>
                  </a:cubicBezTo>
                  <a:cubicBezTo>
                    <a:pt x="1" y="5701"/>
                    <a:pt x="1648" y="7347"/>
                    <a:pt x="3706" y="7347"/>
                  </a:cubicBezTo>
                  <a:cubicBezTo>
                    <a:pt x="5733" y="7347"/>
                    <a:pt x="7380" y="5701"/>
                    <a:pt x="7380" y="3674"/>
                  </a:cubicBezTo>
                  <a:cubicBezTo>
                    <a:pt x="7380" y="1647"/>
                    <a:pt x="5733" y="0"/>
                    <a:pt x="37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385652bf586_0_219"/>
            <p:cNvSpPr/>
            <p:nvPr/>
          </p:nvSpPr>
          <p:spPr>
            <a:xfrm>
              <a:off x="3987725" y="3503925"/>
              <a:ext cx="121175" cy="178950"/>
            </a:xfrm>
            <a:custGeom>
              <a:avLst/>
              <a:gdLst/>
              <a:ahLst/>
              <a:cxnLst/>
              <a:rect l="l" t="t" r="r" b="b"/>
              <a:pathLst>
                <a:path w="4847" h="7158" extrusionOk="0">
                  <a:moveTo>
                    <a:pt x="1964" y="0"/>
                  </a:moveTo>
                  <a:lnTo>
                    <a:pt x="1" y="919"/>
                  </a:lnTo>
                  <a:lnTo>
                    <a:pt x="2883" y="7157"/>
                  </a:lnTo>
                  <a:lnTo>
                    <a:pt x="4846" y="6239"/>
                  </a:lnTo>
                  <a:lnTo>
                    <a:pt x="196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385652bf586_0_219"/>
            <p:cNvSpPr/>
            <p:nvPr/>
          </p:nvSpPr>
          <p:spPr>
            <a:xfrm>
              <a:off x="3312375" y="2224300"/>
              <a:ext cx="191625" cy="184175"/>
            </a:xfrm>
            <a:custGeom>
              <a:avLst/>
              <a:gdLst/>
              <a:ahLst/>
              <a:cxnLst/>
              <a:rect l="l" t="t" r="r" b="b"/>
              <a:pathLst>
                <a:path w="7665" h="7367" extrusionOk="0">
                  <a:moveTo>
                    <a:pt x="3825" y="2189"/>
                  </a:moveTo>
                  <a:cubicBezTo>
                    <a:pt x="4599" y="2189"/>
                    <a:pt x="5261" y="2773"/>
                    <a:pt x="5321" y="3587"/>
                  </a:cubicBezTo>
                  <a:cubicBezTo>
                    <a:pt x="5385" y="4410"/>
                    <a:pt x="4783" y="5139"/>
                    <a:pt x="3928" y="5202"/>
                  </a:cubicBezTo>
                  <a:cubicBezTo>
                    <a:pt x="3890" y="5205"/>
                    <a:pt x="3852" y="5206"/>
                    <a:pt x="3814" y="5206"/>
                  </a:cubicBezTo>
                  <a:cubicBezTo>
                    <a:pt x="3039" y="5206"/>
                    <a:pt x="2373" y="4594"/>
                    <a:pt x="2313" y="3808"/>
                  </a:cubicBezTo>
                  <a:cubicBezTo>
                    <a:pt x="2250" y="2985"/>
                    <a:pt x="2883" y="2257"/>
                    <a:pt x="3706" y="2193"/>
                  </a:cubicBezTo>
                  <a:cubicBezTo>
                    <a:pt x="3746" y="2190"/>
                    <a:pt x="3786" y="2189"/>
                    <a:pt x="3825" y="2189"/>
                  </a:cubicBezTo>
                  <a:close/>
                  <a:moveTo>
                    <a:pt x="3784" y="1"/>
                  </a:moveTo>
                  <a:cubicBezTo>
                    <a:pt x="3706" y="1"/>
                    <a:pt x="3627" y="3"/>
                    <a:pt x="3548" y="8"/>
                  </a:cubicBezTo>
                  <a:cubicBezTo>
                    <a:pt x="1521" y="167"/>
                    <a:pt x="1" y="1940"/>
                    <a:pt x="159" y="3967"/>
                  </a:cubicBezTo>
                  <a:cubicBezTo>
                    <a:pt x="310" y="5896"/>
                    <a:pt x="1896" y="7367"/>
                    <a:pt x="3797" y="7367"/>
                  </a:cubicBezTo>
                  <a:cubicBezTo>
                    <a:pt x="3892" y="7367"/>
                    <a:pt x="3989" y="7363"/>
                    <a:pt x="4086" y="7355"/>
                  </a:cubicBezTo>
                  <a:cubicBezTo>
                    <a:pt x="6113" y="7229"/>
                    <a:pt x="7665" y="5455"/>
                    <a:pt x="7507" y="3428"/>
                  </a:cubicBezTo>
                  <a:cubicBezTo>
                    <a:pt x="7354" y="1481"/>
                    <a:pt x="5711" y="1"/>
                    <a:pt x="3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385652bf586_0_219"/>
            <p:cNvSpPr/>
            <p:nvPr/>
          </p:nvSpPr>
          <p:spPr>
            <a:xfrm>
              <a:off x="3412925" y="2366200"/>
              <a:ext cx="131475" cy="177375"/>
            </a:xfrm>
            <a:custGeom>
              <a:avLst/>
              <a:gdLst/>
              <a:ahLst/>
              <a:cxnLst/>
              <a:rect l="l" t="t" r="r" b="b"/>
              <a:pathLst>
                <a:path w="5259" h="7095" extrusionOk="0">
                  <a:moveTo>
                    <a:pt x="1901" y="1"/>
                  </a:moveTo>
                  <a:lnTo>
                    <a:pt x="1" y="1078"/>
                  </a:lnTo>
                  <a:lnTo>
                    <a:pt x="3358" y="7095"/>
                  </a:lnTo>
                  <a:lnTo>
                    <a:pt x="5258" y="6018"/>
                  </a:lnTo>
                  <a:lnTo>
                    <a:pt x="190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85652bf586_0_219"/>
            <p:cNvSpPr/>
            <p:nvPr/>
          </p:nvSpPr>
          <p:spPr>
            <a:xfrm>
              <a:off x="4122325" y="2059275"/>
              <a:ext cx="209825" cy="184225"/>
            </a:xfrm>
            <a:custGeom>
              <a:avLst/>
              <a:gdLst/>
              <a:ahLst/>
              <a:cxnLst/>
              <a:rect l="l" t="t" r="r" b="b"/>
              <a:pathLst>
                <a:path w="8393" h="7369" extrusionOk="0">
                  <a:moveTo>
                    <a:pt x="4183" y="2167"/>
                  </a:moveTo>
                  <a:cubicBezTo>
                    <a:pt x="4666" y="2167"/>
                    <a:pt x="5150" y="2404"/>
                    <a:pt x="5448" y="2841"/>
                  </a:cubicBezTo>
                  <a:cubicBezTo>
                    <a:pt x="5923" y="3537"/>
                    <a:pt x="5733" y="4487"/>
                    <a:pt x="5036" y="4962"/>
                  </a:cubicBezTo>
                  <a:cubicBezTo>
                    <a:pt x="4780" y="5125"/>
                    <a:pt x="4491" y="5202"/>
                    <a:pt x="4204" y="5202"/>
                  </a:cubicBezTo>
                  <a:cubicBezTo>
                    <a:pt x="3710" y="5202"/>
                    <a:pt x="3226" y="4972"/>
                    <a:pt x="2946" y="4551"/>
                  </a:cubicBezTo>
                  <a:cubicBezTo>
                    <a:pt x="2471" y="3854"/>
                    <a:pt x="2661" y="2904"/>
                    <a:pt x="3357" y="2429"/>
                  </a:cubicBezTo>
                  <a:cubicBezTo>
                    <a:pt x="3606" y="2251"/>
                    <a:pt x="3894" y="2167"/>
                    <a:pt x="4183" y="2167"/>
                  </a:cubicBezTo>
                  <a:close/>
                  <a:moveTo>
                    <a:pt x="4170" y="1"/>
                  </a:moveTo>
                  <a:cubicBezTo>
                    <a:pt x="3467" y="1"/>
                    <a:pt x="2756" y="201"/>
                    <a:pt x="2122" y="624"/>
                  </a:cubicBezTo>
                  <a:cubicBezTo>
                    <a:pt x="444" y="1764"/>
                    <a:pt x="0" y="4076"/>
                    <a:pt x="1141" y="5754"/>
                  </a:cubicBezTo>
                  <a:cubicBezTo>
                    <a:pt x="1853" y="6802"/>
                    <a:pt x="3009" y="7369"/>
                    <a:pt x="4186" y="7369"/>
                  </a:cubicBezTo>
                  <a:cubicBezTo>
                    <a:pt x="4894" y="7369"/>
                    <a:pt x="5609" y="7164"/>
                    <a:pt x="6239" y="6736"/>
                  </a:cubicBezTo>
                  <a:cubicBezTo>
                    <a:pt x="7949" y="5627"/>
                    <a:pt x="8393" y="3316"/>
                    <a:pt x="7253" y="1637"/>
                  </a:cubicBezTo>
                  <a:cubicBezTo>
                    <a:pt x="6535" y="581"/>
                    <a:pt x="5365" y="1"/>
                    <a:pt x="41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85652bf586_0_219"/>
            <p:cNvSpPr/>
            <p:nvPr/>
          </p:nvSpPr>
          <p:spPr>
            <a:xfrm>
              <a:off x="3978225" y="2193625"/>
              <a:ext cx="231225" cy="346000"/>
            </a:xfrm>
            <a:custGeom>
              <a:avLst/>
              <a:gdLst/>
              <a:ahLst/>
              <a:cxnLst/>
              <a:rect l="l" t="t" r="r" b="b"/>
              <a:pathLst>
                <a:path w="9249" h="13840" extrusionOk="0">
                  <a:moveTo>
                    <a:pt x="7411" y="0"/>
                  </a:moveTo>
                  <a:lnTo>
                    <a:pt x="1" y="12731"/>
                  </a:lnTo>
                  <a:lnTo>
                    <a:pt x="1869" y="13839"/>
                  </a:lnTo>
                  <a:lnTo>
                    <a:pt x="9248" y="1140"/>
                  </a:lnTo>
                  <a:lnTo>
                    <a:pt x="741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385652bf586_0_219"/>
            <p:cNvSpPr/>
            <p:nvPr/>
          </p:nvSpPr>
          <p:spPr>
            <a:xfrm>
              <a:off x="3189675" y="2450925"/>
              <a:ext cx="1152775" cy="1152775"/>
            </a:xfrm>
            <a:custGeom>
              <a:avLst/>
              <a:gdLst/>
              <a:ahLst/>
              <a:cxnLst/>
              <a:rect l="l" t="t" r="r" b="b"/>
              <a:pathLst>
                <a:path w="46111" h="46111" extrusionOk="0">
                  <a:moveTo>
                    <a:pt x="23055" y="2439"/>
                  </a:moveTo>
                  <a:cubicBezTo>
                    <a:pt x="27616" y="2439"/>
                    <a:pt x="31828" y="3927"/>
                    <a:pt x="35248" y="6461"/>
                  </a:cubicBezTo>
                  <a:cubicBezTo>
                    <a:pt x="39428" y="9501"/>
                    <a:pt x="42405" y="14093"/>
                    <a:pt x="43355" y="19382"/>
                  </a:cubicBezTo>
                  <a:cubicBezTo>
                    <a:pt x="43577" y="20585"/>
                    <a:pt x="43672" y="21820"/>
                    <a:pt x="43672" y="23055"/>
                  </a:cubicBezTo>
                  <a:cubicBezTo>
                    <a:pt x="43672" y="34425"/>
                    <a:pt x="34425" y="43672"/>
                    <a:pt x="23055" y="43672"/>
                  </a:cubicBezTo>
                  <a:cubicBezTo>
                    <a:pt x="11686" y="43672"/>
                    <a:pt x="2439" y="34425"/>
                    <a:pt x="2439" y="23055"/>
                  </a:cubicBezTo>
                  <a:cubicBezTo>
                    <a:pt x="2439" y="18970"/>
                    <a:pt x="3642" y="15170"/>
                    <a:pt x="5701" y="11971"/>
                  </a:cubicBezTo>
                  <a:cubicBezTo>
                    <a:pt x="7158" y="9660"/>
                    <a:pt x="9089" y="7696"/>
                    <a:pt x="11338" y="6113"/>
                  </a:cubicBezTo>
                  <a:cubicBezTo>
                    <a:pt x="14663" y="3801"/>
                    <a:pt x="18717" y="2439"/>
                    <a:pt x="23055" y="2439"/>
                  </a:cubicBezTo>
                  <a:close/>
                  <a:moveTo>
                    <a:pt x="23055" y="1"/>
                  </a:moveTo>
                  <a:cubicBezTo>
                    <a:pt x="18115" y="1"/>
                    <a:pt x="13523" y="1584"/>
                    <a:pt x="9754" y="4244"/>
                  </a:cubicBezTo>
                  <a:cubicBezTo>
                    <a:pt x="7316" y="5986"/>
                    <a:pt x="5194" y="8203"/>
                    <a:pt x="3579" y="10736"/>
                  </a:cubicBezTo>
                  <a:cubicBezTo>
                    <a:pt x="1330" y="14315"/>
                    <a:pt x="0" y="18527"/>
                    <a:pt x="0" y="23055"/>
                  </a:cubicBezTo>
                  <a:cubicBezTo>
                    <a:pt x="0" y="35786"/>
                    <a:pt x="10356" y="46110"/>
                    <a:pt x="23055" y="46110"/>
                  </a:cubicBezTo>
                  <a:cubicBezTo>
                    <a:pt x="35786" y="46110"/>
                    <a:pt x="46110" y="35786"/>
                    <a:pt x="46110" y="23055"/>
                  </a:cubicBezTo>
                  <a:cubicBezTo>
                    <a:pt x="46110" y="21757"/>
                    <a:pt x="46015" y="20459"/>
                    <a:pt x="45794" y="19192"/>
                  </a:cubicBezTo>
                  <a:cubicBezTo>
                    <a:pt x="44780" y="13111"/>
                    <a:pt x="41360" y="7854"/>
                    <a:pt x="36546" y="4371"/>
                  </a:cubicBezTo>
                  <a:cubicBezTo>
                    <a:pt x="32746" y="1616"/>
                    <a:pt x="28091" y="1"/>
                    <a:pt x="230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g385652bf586_0_219"/>
            <p:cNvSpPr/>
            <p:nvPr/>
          </p:nvSpPr>
          <p:spPr>
            <a:xfrm>
              <a:off x="2696425" y="3599725"/>
              <a:ext cx="187675" cy="187650"/>
            </a:xfrm>
            <a:custGeom>
              <a:avLst/>
              <a:gdLst/>
              <a:ahLst/>
              <a:cxnLst/>
              <a:rect l="l" t="t" r="r" b="b"/>
              <a:pathLst>
                <a:path w="7507" h="7506" extrusionOk="0">
                  <a:moveTo>
                    <a:pt x="3769" y="2280"/>
                  </a:moveTo>
                  <a:cubicBezTo>
                    <a:pt x="4624" y="2280"/>
                    <a:pt x="5321" y="3009"/>
                    <a:pt x="5321" y="3864"/>
                  </a:cubicBezTo>
                  <a:cubicBezTo>
                    <a:pt x="5321" y="4719"/>
                    <a:pt x="4624" y="5415"/>
                    <a:pt x="3769" y="5415"/>
                  </a:cubicBezTo>
                  <a:lnTo>
                    <a:pt x="3737" y="5415"/>
                  </a:lnTo>
                  <a:cubicBezTo>
                    <a:pt x="2882" y="5415"/>
                    <a:pt x="2186" y="4687"/>
                    <a:pt x="2186" y="3864"/>
                  </a:cubicBezTo>
                  <a:cubicBezTo>
                    <a:pt x="2186" y="3009"/>
                    <a:pt x="2882" y="2312"/>
                    <a:pt x="3737" y="2280"/>
                  </a:cubicBezTo>
                  <a:close/>
                  <a:moveTo>
                    <a:pt x="3009" y="0"/>
                  </a:moveTo>
                  <a:cubicBezTo>
                    <a:pt x="2914" y="0"/>
                    <a:pt x="2819" y="63"/>
                    <a:pt x="2787" y="158"/>
                  </a:cubicBezTo>
                  <a:lnTo>
                    <a:pt x="2597" y="982"/>
                  </a:lnTo>
                  <a:lnTo>
                    <a:pt x="1901" y="538"/>
                  </a:lnTo>
                  <a:cubicBezTo>
                    <a:pt x="1864" y="514"/>
                    <a:pt x="1828" y="504"/>
                    <a:pt x="1792" y="504"/>
                  </a:cubicBezTo>
                  <a:cubicBezTo>
                    <a:pt x="1733" y="504"/>
                    <a:pt x="1674" y="531"/>
                    <a:pt x="1616" y="570"/>
                  </a:cubicBezTo>
                  <a:lnTo>
                    <a:pt x="571" y="1615"/>
                  </a:lnTo>
                  <a:cubicBezTo>
                    <a:pt x="507" y="1710"/>
                    <a:pt x="475" y="1805"/>
                    <a:pt x="539" y="1900"/>
                  </a:cubicBezTo>
                  <a:lnTo>
                    <a:pt x="982" y="2597"/>
                  </a:lnTo>
                  <a:lnTo>
                    <a:pt x="159" y="2787"/>
                  </a:lnTo>
                  <a:cubicBezTo>
                    <a:pt x="64" y="2819"/>
                    <a:pt x="0" y="2914"/>
                    <a:pt x="0" y="3009"/>
                  </a:cubicBezTo>
                  <a:lnTo>
                    <a:pt x="0" y="4497"/>
                  </a:lnTo>
                  <a:cubicBezTo>
                    <a:pt x="0" y="4592"/>
                    <a:pt x="64" y="4687"/>
                    <a:pt x="159" y="4719"/>
                  </a:cubicBezTo>
                  <a:lnTo>
                    <a:pt x="982" y="4909"/>
                  </a:lnTo>
                  <a:lnTo>
                    <a:pt x="539" y="5605"/>
                  </a:lnTo>
                  <a:cubicBezTo>
                    <a:pt x="475" y="5700"/>
                    <a:pt x="507" y="5795"/>
                    <a:pt x="571" y="5891"/>
                  </a:cubicBezTo>
                  <a:lnTo>
                    <a:pt x="1616" y="6936"/>
                  </a:lnTo>
                  <a:cubicBezTo>
                    <a:pt x="1674" y="6975"/>
                    <a:pt x="1733" y="7002"/>
                    <a:pt x="1792" y="7002"/>
                  </a:cubicBezTo>
                  <a:cubicBezTo>
                    <a:pt x="1828" y="7002"/>
                    <a:pt x="1864" y="6991"/>
                    <a:pt x="1901" y="6967"/>
                  </a:cubicBezTo>
                  <a:lnTo>
                    <a:pt x="2597" y="6524"/>
                  </a:lnTo>
                  <a:lnTo>
                    <a:pt x="2787" y="7316"/>
                  </a:lnTo>
                  <a:cubicBezTo>
                    <a:pt x="2819" y="7442"/>
                    <a:pt x="2914" y="7506"/>
                    <a:pt x="3009" y="7506"/>
                  </a:cubicBezTo>
                  <a:lnTo>
                    <a:pt x="4497" y="7506"/>
                  </a:lnTo>
                  <a:cubicBezTo>
                    <a:pt x="4592" y="7506"/>
                    <a:pt x="4687" y="7442"/>
                    <a:pt x="4719" y="7316"/>
                  </a:cubicBezTo>
                  <a:lnTo>
                    <a:pt x="4909" y="6524"/>
                  </a:lnTo>
                  <a:lnTo>
                    <a:pt x="5606" y="6967"/>
                  </a:lnTo>
                  <a:cubicBezTo>
                    <a:pt x="5642" y="6991"/>
                    <a:pt x="5683" y="7002"/>
                    <a:pt x="5723" y="7002"/>
                  </a:cubicBezTo>
                  <a:cubicBezTo>
                    <a:pt x="5788" y="7002"/>
                    <a:pt x="5852" y="6975"/>
                    <a:pt x="5891" y="6936"/>
                  </a:cubicBezTo>
                  <a:lnTo>
                    <a:pt x="6936" y="5891"/>
                  </a:lnTo>
                  <a:cubicBezTo>
                    <a:pt x="6999" y="5795"/>
                    <a:pt x="7031" y="5669"/>
                    <a:pt x="6968" y="5605"/>
                  </a:cubicBezTo>
                  <a:lnTo>
                    <a:pt x="6524" y="4909"/>
                  </a:lnTo>
                  <a:lnTo>
                    <a:pt x="7316" y="4719"/>
                  </a:lnTo>
                  <a:cubicBezTo>
                    <a:pt x="7443" y="4687"/>
                    <a:pt x="7506" y="4592"/>
                    <a:pt x="7506" y="4497"/>
                  </a:cubicBezTo>
                  <a:lnTo>
                    <a:pt x="7506" y="3009"/>
                  </a:lnTo>
                  <a:cubicBezTo>
                    <a:pt x="7506" y="2914"/>
                    <a:pt x="7443" y="2819"/>
                    <a:pt x="7348" y="2787"/>
                  </a:cubicBezTo>
                  <a:lnTo>
                    <a:pt x="6524" y="2597"/>
                  </a:lnTo>
                  <a:lnTo>
                    <a:pt x="6968" y="1900"/>
                  </a:lnTo>
                  <a:cubicBezTo>
                    <a:pt x="7031" y="1805"/>
                    <a:pt x="6999" y="1710"/>
                    <a:pt x="6936" y="1615"/>
                  </a:cubicBezTo>
                  <a:lnTo>
                    <a:pt x="5891" y="570"/>
                  </a:lnTo>
                  <a:cubicBezTo>
                    <a:pt x="5832" y="531"/>
                    <a:pt x="5773" y="504"/>
                    <a:pt x="5715" y="504"/>
                  </a:cubicBezTo>
                  <a:cubicBezTo>
                    <a:pt x="5678" y="504"/>
                    <a:pt x="5642" y="514"/>
                    <a:pt x="5606" y="538"/>
                  </a:cubicBezTo>
                  <a:lnTo>
                    <a:pt x="4909" y="982"/>
                  </a:lnTo>
                  <a:lnTo>
                    <a:pt x="4719" y="158"/>
                  </a:lnTo>
                  <a:cubicBezTo>
                    <a:pt x="4687" y="63"/>
                    <a:pt x="4592" y="0"/>
                    <a:pt x="44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385652bf586_0_219"/>
            <p:cNvSpPr/>
            <p:nvPr/>
          </p:nvSpPr>
          <p:spPr>
            <a:xfrm>
              <a:off x="5064475" y="2405000"/>
              <a:ext cx="264475" cy="236750"/>
            </a:xfrm>
            <a:custGeom>
              <a:avLst/>
              <a:gdLst/>
              <a:ahLst/>
              <a:cxnLst/>
              <a:rect l="l" t="t" r="r" b="b"/>
              <a:pathLst>
                <a:path w="10579" h="9470" extrusionOk="0">
                  <a:moveTo>
                    <a:pt x="3294" y="3959"/>
                  </a:moveTo>
                  <a:cubicBezTo>
                    <a:pt x="3643" y="3959"/>
                    <a:pt x="3928" y="4244"/>
                    <a:pt x="3928" y="4593"/>
                  </a:cubicBezTo>
                  <a:cubicBezTo>
                    <a:pt x="3928" y="4941"/>
                    <a:pt x="3643" y="5226"/>
                    <a:pt x="3294" y="5226"/>
                  </a:cubicBezTo>
                  <a:cubicBezTo>
                    <a:pt x="2946" y="5226"/>
                    <a:pt x="2661" y="4941"/>
                    <a:pt x="2661" y="4593"/>
                  </a:cubicBezTo>
                  <a:cubicBezTo>
                    <a:pt x="2661" y="4244"/>
                    <a:pt x="2946" y="3959"/>
                    <a:pt x="3294" y="3959"/>
                  </a:cubicBezTo>
                  <a:close/>
                  <a:moveTo>
                    <a:pt x="5289" y="3959"/>
                  </a:moveTo>
                  <a:cubicBezTo>
                    <a:pt x="5638" y="3959"/>
                    <a:pt x="5923" y="4244"/>
                    <a:pt x="5923" y="4593"/>
                  </a:cubicBezTo>
                  <a:cubicBezTo>
                    <a:pt x="5923" y="4941"/>
                    <a:pt x="5638" y="5226"/>
                    <a:pt x="5289" y="5226"/>
                  </a:cubicBezTo>
                  <a:cubicBezTo>
                    <a:pt x="4941" y="5226"/>
                    <a:pt x="4656" y="4941"/>
                    <a:pt x="4656" y="4593"/>
                  </a:cubicBezTo>
                  <a:cubicBezTo>
                    <a:pt x="4656" y="4244"/>
                    <a:pt x="4941" y="3959"/>
                    <a:pt x="5289" y="3959"/>
                  </a:cubicBezTo>
                  <a:close/>
                  <a:moveTo>
                    <a:pt x="7221" y="3959"/>
                  </a:moveTo>
                  <a:cubicBezTo>
                    <a:pt x="7570" y="3959"/>
                    <a:pt x="7855" y="4244"/>
                    <a:pt x="7855" y="4593"/>
                  </a:cubicBezTo>
                  <a:cubicBezTo>
                    <a:pt x="7855" y="4941"/>
                    <a:pt x="7570" y="5226"/>
                    <a:pt x="7221" y="5226"/>
                  </a:cubicBezTo>
                  <a:cubicBezTo>
                    <a:pt x="6873" y="5226"/>
                    <a:pt x="6588" y="4941"/>
                    <a:pt x="6588" y="4593"/>
                  </a:cubicBezTo>
                  <a:cubicBezTo>
                    <a:pt x="6588" y="4244"/>
                    <a:pt x="6873" y="3959"/>
                    <a:pt x="7221" y="3959"/>
                  </a:cubicBezTo>
                  <a:close/>
                  <a:moveTo>
                    <a:pt x="5289" y="1"/>
                  </a:moveTo>
                  <a:cubicBezTo>
                    <a:pt x="2376" y="1"/>
                    <a:pt x="1" y="1869"/>
                    <a:pt x="1" y="4181"/>
                  </a:cubicBezTo>
                  <a:cubicBezTo>
                    <a:pt x="1" y="6461"/>
                    <a:pt x="2376" y="8330"/>
                    <a:pt x="5289" y="8330"/>
                  </a:cubicBezTo>
                  <a:cubicBezTo>
                    <a:pt x="5448" y="8330"/>
                    <a:pt x="5606" y="8330"/>
                    <a:pt x="5764" y="8298"/>
                  </a:cubicBezTo>
                  <a:lnTo>
                    <a:pt x="6176" y="9311"/>
                  </a:lnTo>
                  <a:cubicBezTo>
                    <a:pt x="6208" y="9406"/>
                    <a:pt x="6271" y="9438"/>
                    <a:pt x="6366" y="9470"/>
                  </a:cubicBezTo>
                  <a:lnTo>
                    <a:pt x="6398" y="9470"/>
                  </a:lnTo>
                  <a:cubicBezTo>
                    <a:pt x="6461" y="9470"/>
                    <a:pt x="6524" y="9438"/>
                    <a:pt x="6588" y="9375"/>
                  </a:cubicBezTo>
                  <a:lnTo>
                    <a:pt x="8076" y="7696"/>
                  </a:lnTo>
                  <a:cubicBezTo>
                    <a:pt x="9660" y="6936"/>
                    <a:pt x="10578" y="5606"/>
                    <a:pt x="10578" y="4181"/>
                  </a:cubicBezTo>
                  <a:cubicBezTo>
                    <a:pt x="10578" y="1869"/>
                    <a:pt x="8203" y="1"/>
                    <a:pt x="528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85652bf586_0_219"/>
            <p:cNvSpPr/>
            <p:nvPr/>
          </p:nvSpPr>
          <p:spPr>
            <a:xfrm>
              <a:off x="3534075" y="2825575"/>
              <a:ext cx="495650" cy="505100"/>
            </a:xfrm>
            <a:custGeom>
              <a:avLst/>
              <a:gdLst/>
              <a:ahLst/>
              <a:cxnLst/>
              <a:rect l="l" t="t" r="r" b="b"/>
              <a:pathLst>
                <a:path w="19826" h="20204" extrusionOk="0">
                  <a:moveTo>
                    <a:pt x="3734" y="1"/>
                  </a:moveTo>
                  <a:cubicBezTo>
                    <a:pt x="3586" y="1"/>
                    <a:pt x="3429" y="28"/>
                    <a:pt x="3262" y="89"/>
                  </a:cubicBezTo>
                  <a:cubicBezTo>
                    <a:pt x="1710" y="691"/>
                    <a:pt x="2566" y="2717"/>
                    <a:pt x="2566" y="2717"/>
                  </a:cubicBezTo>
                  <a:lnTo>
                    <a:pt x="6112" y="12123"/>
                  </a:lnTo>
                  <a:cubicBezTo>
                    <a:pt x="6162" y="12248"/>
                    <a:pt x="6075" y="12333"/>
                    <a:pt x="5989" y="12333"/>
                  </a:cubicBezTo>
                  <a:cubicBezTo>
                    <a:pt x="5966" y="12333"/>
                    <a:pt x="5943" y="12327"/>
                    <a:pt x="5922" y="12313"/>
                  </a:cubicBezTo>
                  <a:lnTo>
                    <a:pt x="4212" y="11300"/>
                  </a:lnTo>
                  <a:cubicBezTo>
                    <a:pt x="4212" y="11300"/>
                    <a:pt x="4212" y="11268"/>
                    <a:pt x="4181" y="11268"/>
                  </a:cubicBezTo>
                  <a:cubicBezTo>
                    <a:pt x="4089" y="11199"/>
                    <a:pt x="3134" y="10383"/>
                    <a:pt x="2181" y="10383"/>
                  </a:cubicBezTo>
                  <a:cubicBezTo>
                    <a:pt x="1818" y="10383"/>
                    <a:pt x="1455" y="10501"/>
                    <a:pt x="1140" y="10825"/>
                  </a:cubicBezTo>
                  <a:cubicBezTo>
                    <a:pt x="0" y="12028"/>
                    <a:pt x="1235" y="13327"/>
                    <a:pt x="1330" y="13422"/>
                  </a:cubicBezTo>
                  <a:cubicBezTo>
                    <a:pt x="1362" y="13422"/>
                    <a:pt x="1362" y="13422"/>
                    <a:pt x="1362" y="13453"/>
                  </a:cubicBezTo>
                  <a:lnTo>
                    <a:pt x="9786" y="19565"/>
                  </a:lnTo>
                  <a:cubicBezTo>
                    <a:pt x="9818" y="19597"/>
                    <a:pt x="9818" y="19597"/>
                    <a:pt x="9849" y="19629"/>
                  </a:cubicBezTo>
                  <a:lnTo>
                    <a:pt x="9976" y="19914"/>
                  </a:lnTo>
                  <a:cubicBezTo>
                    <a:pt x="10070" y="20102"/>
                    <a:pt x="10253" y="20203"/>
                    <a:pt x="10431" y="20203"/>
                  </a:cubicBezTo>
                  <a:cubicBezTo>
                    <a:pt x="10492" y="20203"/>
                    <a:pt x="10553" y="20191"/>
                    <a:pt x="10609" y="20167"/>
                  </a:cubicBezTo>
                  <a:lnTo>
                    <a:pt x="18115" y="17158"/>
                  </a:lnTo>
                  <a:cubicBezTo>
                    <a:pt x="18368" y="17032"/>
                    <a:pt x="18495" y="16778"/>
                    <a:pt x="18400" y="16525"/>
                  </a:cubicBezTo>
                  <a:lnTo>
                    <a:pt x="18305" y="16240"/>
                  </a:lnTo>
                  <a:cubicBezTo>
                    <a:pt x="18273" y="16177"/>
                    <a:pt x="18273" y="16113"/>
                    <a:pt x="18305" y="16082"/>
                  </a:cubicBezTo>
                  <a:cubicBezTo>
                    <a:pt x="19825" y="14118"/>
                    <a:pt x="18812" y="11490"/>
                    <a:pt x="18812" y="11490"/>
                  </a:cubicBezTo>
                  <a:lnTo>
                    <a:pt x="17292" y="7626"/>
                  </a:lnTo>
                  <a:cubicBezTo>
                    <a:pt x="17292" y="7626"/>
                    <a:pt x="17292" y="7626"/>
                    <a:pt x="17292" y="7594"/>
                  </a:cubicBezTo>
                  <a:cubicBezTo>
                    <a:pt x="17260" y="7468"/>
                    <a:pt x="16817" y="5631"/>
                    <a:pt x="15455" y="5631"/>
                  </a:cubicBezTo>
                  <a:cubicBezTo>
                    <a:pt x="14663" y="5631"/>
                    <a:pt x="14220" y="5979"/>
                    <a:pt x="13998" y="6296"/>
                  </a:cubicBezTo>
                  <a:cubicBezTo>
                    <a:pt x="13973" y="6333"/>
                    <a:pt x="13933" y="6351"/>
                    <a:pt x="13892" y="6351"/>
                  </a:cubicBezTo>
                  <a:cubicBezTo>
                    <a:pt x="13830" y="6351"/>
                    <a:pt x="13764" y="6309"/>
                    <a:pt x="13745" y="6233"/>
                  </a:cubicBezTo>
                  <a:cubicBezTo>
                    <a:pt x="13650" y="5853"/>
                    <a:pt x="13333" y="5346"/>
                    <a:pt x="12383" y="5251"/>
                  </a:cubicBezTo>
                  <a:cubicBezTo>
                    <a:pt x="12284" y="5239"/>
                    <a:pt x="12190" y="5234"/>
                    <a:pt x="12101" y="5234"/>
                  </a:cubicBezTo>
                  <a:cubicBezTo>
                    <a:pt x="11227" y="5234"/>
                    <a:pt x="10848" y="5764"/>
                    <a:pt x="10704" y="6138"/>
                  </a:cubicBezTo>
                  <a:cubicBezTo>
                    <a:pt x="10688" y="6206"/>
                    <a:pt x="10634" y="6237"/>
                    <a:pt x="10579" y="6237"/>
                  </a:cubicBezTo>
                  <a:cubicBezTo>
                    <a:pt x="10530" y="6237"/>
                    <a:pt x="10481" y="6213"/>
                    <a:pt x="10451" y="6169"/>
                  </a:cubicBezTo>
                  <a:cubicBezTo>
                    <a:pt x="10155" y="5551"/>
                    <a:pt x="9586" y="4865"/>
                    <a:pt x="8840" y="4865"/>
                  </a:cubicBezTo>
                  <a:cubicBezTo>
                    <a:pt x="8707" y="4865"/>
                    <a:pt x="8568" y="4886"/>
                    <a:pt x="8424" y="4934"/>
                  </a:cubicBezTo>
                  <a:cubicBezTo>
                    <a:pt x="7791" y="5124"/>
                    <a:pt x="7506" y="5536"/>
                    <a:pt x="7379" y="5853"/>
                  </a:cubicBezTo>
                  <a:cubicBezTo>
                    <a:pt x="7348" y="5916"/>
                    <a:pt x="7292" y="5948"/>
                    <a:pt x="7237" y="5948"/>
                  </a:cubicBezTo>
                  <a:cubicBezTo>
                    <a:pt x="7181" y="5948"/>
                    <a:pt x="7126" y="5916"/>
                    <a:pt x="7094" y="5853"/>
                  </a:cubicBezTo>
                  <a:lnTo>
                    <a:pt x="5574" y="1894"/>
                  </a:lnTo>
                  <a:cubicBezTo>
                    <a:pt x="5574" y="1894"/>
                    <a:pt x="4968" y="1"/>
                    <a:pt x="37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g385652bf586_0_219"/>
            <p:cNvSpPr/>
            <p:nvPr/>
          </p:nvSpPr>
          <p:spPr>
            <a:xfrm>
              <a:off x="3784250" y="3264025"/>
              <a:ext cx="281100" cy="204375"/>
            </a:xfrm>
            <a:custGeom>
              <a:avLst/>
              <a:gdLst/>
              <a:ahLst/>
              <a:cxnLst/>
              <a:rect l="l" t="t" r="r" b="b"/>
              <a:pathLst>
                <a:path w="11244" h="8175" extrusionOk="0">
                  <a:moveTo>
                    <a:pt x="8904" y="1"/>
                  </a:moveTo>
                  <a:cubicBezTo>
                    <a:pt x="8840" y="1"/>
                    <a:pt x="8774" y="11"/>
                    <a:pt x="8710" y="32"/>
                  </a:cubicBezTo>
                  <a:lnTo>
                    <a:pt x="412" y="3389"/>
                  </a:lnTo>
                  <a:cubicBezTo>
                    <a:pt x="127" y="3484"/>
                    <a:pt x="1" y="3832"/>
                    <a:pt x="127" y="4117"/>
                  </a:cubicBezTo>
                  <a:lnTo>
                    <a:pt x="1838" y="7854"/>
                  </a:lnTo>
                  <a:cubicBezTo>
                    <a:pt x="1933" y="8068"/>
                    <a:pt x="2134" y="8175"/>
                    <a:pt x="2350" y="8175"/>
                  </a:cubicBezTo>
                  <a:cubicBezTo>
                    <a:pt x="2421" y="8175"/>
                    <a:pt x="2495" y="8163"/>
                    <a:pt x="2566" y="8139"/>
                  </a:cubicBezTo>
                  <a:lnTo>
                    <a:pt x="10800" y="4877"/>
                  </a:lnTo>
                  <a:cubicBezTo>
                    <a:pt x="11117" y="4782"/>
                    <a:pt x="11243" y="4434"/>
                    <a:pt x="11117" y="4149"/>
                  </a:cubicBezTo>
                  <a:lnTo>
                    <a:pt x="9406" y="317"/>
                  </a:lnTo>
                  <a:cubicBezTo>
                    <a:pt x="9333" y="121"/>
                    <a:pt x="9126" y="1"/>
                    <a:pt x="890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g385652bf586_0_219"/>
            <p:cNvSpPr/>
            <p:nvPr/>
          </p:nvSpPr>
          <p:spPr>
            <a:xfrm>
              <a:off x="3522200" y="2642100"/>
              <a:ext cx="81575" cy="116825"/>
            </a:xfrm>
            <a:custGeom>
              <a:avLst/>
              <a:gdLst/>
              <a:ahLst/>
              <a:cxnLst/>
              <a:rect l="l" t="t" r="r" b="b"/>
              <a:pathLst>
                <a:path w="3263" h="4673" extrusionOk="0">
                  <a:moveTo>
                    <a:pt x="1142" y="0"/>
                  </a:moveTo>
                  <a:cubicBezTo>
                    <a:pt x="1015" y="0"/>
                    <a:pt x="886" y="26"/>
                    <a:pt x="760" y="81"/>
                  </a:cubicBezTo>
                  <a:cubicBezTo>
                    <a:pt x="254" y="271"/>
                    <a:pt x="0" y="841"/>
                    <a:pt x="190" y="1347"/>
                  </a:cubicBezTo>
                  <a:lnTo>
                    <a:pt x="1235" y="4039"/>
                  </a:lnTo>
                  <a:cubicBezTo>
                    <a:pt x="1394" y="4419"/>
                    <a:pt x="1742" y="4673"/>
                    <a:pt x="2154" y="4673"/>
                  </a:cubicBezTo>
                  <a:cubicBezTo>
                    <a:pt x="2280" y="4673"/>
                    <a:pt x="2375" y="4641"/>
                    <a:pt x="2502" y="4609"/>
                  </a:cubicBezTo>
                  <a:cubicBezTo>
                    <a:pt x="3009" y="4388"/>
                    <a:pt x="3262" y="3818"/>
                    <a:pt x="3072" y="3311"/>
                  </a:cubicBezTo>
                  <a:lnTo>
                    <a:pt x="2027" y="619"/>
                  </a:lnTo>
                  <a:cubicBezTo>
                    <a:pt x="1884" y="238"/>
                    <a:pt x="1526" y="0"/>
                    <a:pt x="11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g385652bf586_0_219"/>
            <p:cNvSpPr/>
            <p:nvPr/>
          </p:nvSpPr>
          <p:spPr>
            <a:xfrm>
              <a:off x="3422425" y="2736975"/>
              <a:ext cx="122750" cy="78175"/>
            </a:xfrm>
            <a:custGeom>
              <a:avLst/>
              <a:gdLst/>
              <a:ahLst/>
              <a:cxnLst/>
              <a:rect l="l" t="t" r="r" b="b"/>
              <a:pathLst>
                <a:path w="4910" h="3127" extrusionOk="0">
                  <a:moveTo>
                    <a:pt x="1143" y="0"/>
                  </a:moveTo>
                  <a:cubicBezTo>
                    <a:pt x="757" y="0"/>
                    <a:pt x="386" y="219"/>
                    <a:pt x="223" y="593"/>
                  </a:cubicBezTo>
                  <a:cubicBezTo>
                    <a:pt x="1" y="1068"/>
                    <a:pt x="254" y="1669"/>
                    <a:pt x="729" y="1891"/>
                  </a:cubicBezTo>
                  <a:lnTo>
                    <a:pt x="3358" y="3063"/>
                  </a:lnTo>
                  <a:cubicBezTo>
                    <a:pt x="3485" y="3126"/>
                    <a:pt x="3643" y="3126"/>
                    <a:pt x="3770" y="3126"/>
                  </a:cubicBezTo>
                  <a:cubicBezTo>
                    <a:pt x="4150" y="3126"/>
                    <a:pt x="4498" y="2905"/>
                    <a:pt x="4688" y="2556"/>
                  </a:cubicBezTo>
                  <a:cubicBezTo>
                    <a:pt x="4910" y="2049"/>
                    <a:pt x="4656" y="1448"/>
                    <a:pt x="4181" y="1226"/>
                  </a:cubicBezTo>
                  <a:lnTo>
                    <a:pt x="1553" y="86"/>
                  </a:lnTo>
                  <a:cubicBezTo>
                    <a:pt x="1420" y="28"/>
                    <a:pt x="1280" y="0"/>
                    <a:pt x="11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385652bf586_0_219"/>
            <p:cNvSpPr/>
            <p:nvPr/>
          </p:nvSpPr>
          <p:spPr>
            <a:xfrm>
              <a:off x="3684500" y="2852550"/>
              <a:ext cx="122750" cy="78975"/>
            </a:xfrm>
            <a:custGeom>
              <a:avLst/>
              <a:gdLst/>
              <a:ahLst/>
              <a:cxnLst/>
              <a:rect l="l" t="t" r="r" b="b"/>
              <a:pathLst>
                <a:path w="4910" h="3159" extrusionOk="0">
                  <a:moveTo>
                    <a:pt x="1143" y="1"/>
                  </a:moveTo>
                  <a:cubicBezTo>
                    <a:pt x="756" y="1"/>
                    <a:pt x="386" y="220"/>
                    <a:pt x="222" y="593"/>
                  </a:cubicBezTo>
                  <a:cubicBezTo>
                    <a:pt x="0" y="1068"/>
                    <a:pt x="254" y="1670"/>
                    <a:pt x="729" y="1892"/>
                  </a:cubicBezTo>
                  <a:lnTo>
                    <a:pt x="3357" y="3064"/>
                  </a:lnTo>
                  <a:cubicBezTo>
                    <a:pt x="3484" y="3127"/>
                    <a:pt x="3642" y="3159"/>
                    <a:pt x="3769" y="3159"/>
                  </a:cubicBezTo>
                  <a:cubicBezTo>
                    <a:pt x="4149" y="3159"/>
                    <a:pt x="4497" y="2937"/>
                    <a:pt x="4687" y="2557"/>
                  </a:cubicBezTo>
                  <a:cubicBezTo>
                    <a:pt x="4909" y="2050"/>
                    <a:pt x="4656" y="1480"/>
                    <a:pt x="4181" y="1258"/>
                  </a:cubicBezTo>
                  <a:lnTo>
                    <a:pt x="1552" y="87"/>
                  </a:lnTo>
                  <a:cubicBezTo>
                    <a:pt x="1419" y="29"/>
                    <a:pt x="1280" y="1"/>
                    <a:pt x="11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g385652bf586_0_219"/>
            <p:cNvSpPr/>
            <p:nvPr/>
          </p:nvSpPr>
          <p:spPr>
            <a:xfrm>
              <a:off x="3420050" y="2847950"/>
              <a:ext cx="122750" cy="75650"/>
            </a:xfrm>
            <a:custGeom>
              <a:avLst/>
              <a:gdLst/>
              <a:ahLst/>
              <a:cxnLst/>
              <a:rect l="l" t="t" r="r" b="b"/>
              <a:pathLst>
                <a:path w="4910" h="3026" extrusionOk="0">
                  <a:moveTo>
                    <a:pt x="3817" y="0"/>
                  </a:moveTo>
                  <a:cubicBezTo>
                    <a:pt x="3687" y="0"/>
                    <a:pt x="3553" y="26"/>
                    <a:pt x="3421" y="81"/>
                  </a:cubicBezTo>
                  <a:lnTo>
                    <a:pt x="761" y="1094"/>
                  </a:lnTo>
                  <a:cubicBezTo>
                    <a:pt x="254" y="1316"/>
                    <a:pt x="1" y="1886"/>
                    <a:pt x="191" y="2392"/>
                  </a:cubicBezTo>
                  <a:cubicBezTo>
                    <a:pt x="349" y="2773"/>
                    <a:pt x="698" y="3026"/>
                    <a:pt x="1109" y="3026"/>
                  </a:cubicBezTo>
                  <a:cubicBezTo>
                    <a:pt x="1236" y="3026"/>
                    <a:pt x="1331" y="2994"/>
                    <a:pt x="1458" y="2963"/>
                  </a:cubicBezTo>
                  <a:lnTo>
                    <a:pt x="4150" y="1917"/>
                  </a:lnTo>
                  <a:cubicBezTo>
                    <a:pt x="4656" y="1727"/>
                    <a:pt x="4910" y="1157"/>
                    <a:pt x="4720" y="651"/>
                  </a:cubicBezTo>
                  <a:cubicBezTo>
                    <a:pt x="4576" y="244"/>
                    <a:pt x="4216" y="0"/>
                    <a:pt x="38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385652bf586_0_219"/>
            <p:cNvSpPr/>
            <p:nvPr/>
          </p:nvSpPr>
          <p:spPr>
            <a:xfrm>
              <a:off x="3686875" y="2744650"/>
              <a:ext cx="122750" cy="75250"/>
            </a:xfrm>
            <a:custGeom>
              <a:avLst/>
              <a:gdLst/>
              <a:ahLst/>
              <a:cxnLst/>
              <a:rect l="l" t="t" r="r" b="b"/>
              <a:pathLst>
                <a:path w="4910" h="3010" extrusionOk="0">
                  <a:moveTo>
                    <a:pt x="3799" y="1"/>
                  </a:moveTo>
                  <a:cubicBezTo>
                    <a:pt x="3684" y="1"/>
                    <a:pt x="3566" y="21"/>
                    <a:pt x="3452" y="64"/>
                  </a:cubicBezTo>
                  <a:lnTo>
                    <a:pt x="761" y="1109"/>
                  </a:lnTo>
                  <a:cubicBezTo>
                    <a:pt x="254" y="1299"/>
                    <a:pt x="0" y="1869"/>
                    <a:pt x="190" y="2376"/>
                  </a:cubicBezTo>
                  <a:cubicBezTo>
                    <a:pt x="349" y="2756"/>
                    <a:pt x="729" y="3009"/>
                    <a:pt x="1109" y="3009"/>
                  </a:cubicBezTo>
                  <a:cubicBezTo>
                    <a:pt x="1236" y="3009"/>
                    <a:pt x="1362" y="2978"/>
                    <a:pt x="1457" y="2946"/>
                  </a:cubicBezTo>
                  <a:lnTo>
                    <a:pt x="4149" y="1901"/>
                  </a:lnTo>
                  <a:cubicBezTo>
                    <a:pt x="4656" y="1711"/>
                    <a:pt x="4909" y="1141"/>
                    <a:pt x="4719" y="634"/>
                  </a:cubicBezTo>
                  <a:cubicBezTo>
                    <a:pt x="4572" y="241"/>
                    <a:pt x="4197" y="1"/>
                    <a:pt x="37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385652bf586_0_219"/>
            <p:cNvSpPr/>
            <p:nvPr/>
          </p:nvSpPr>
          <p:spPr>
            <a:xfrm>
              <a:off x="3514275" y="2907200"/>
              <a:ext cx="85525" cy="115375"/>
            </a:xfrm>
            <a:custGeom>
              <a:avLst/>
              <a:gdLst/>
              <a:ahLst/>
              <a:cxnLst/>
              <a:rect l="l" t="t" r="r" b="b"/>
              <a:pathLst>
                <a:path w="3421" h="4615" extrusionOk="0">
                  <a:moveTo>
                    <a:pt x="2288" y="0"/>
                  </a:moveTo>
                  <a:cubicBezTo>
                    <a:pt x="1911" y="0"/>
                    <a:pt x="1558" y="219"/>
                    <a:pt x="1394" y="593"/>
                  </a:cubicBezTo>
                  <a:lnTo>
                    <a:pt x="222" y="3221"/>
                  </a:lnTo>
                  <a:cubicBezTo>
                    <a:pt x="1" y="3728"/>
                    <a:pt x="222" y="4298"/>
                    <a:pt x="729" y="4519"/>
                  </a:cubicBezTo>
                  <a:cubicBezTo>
                    <a:pt x="856" y="4583"/>
                    <a:pt x="982" y="4614"/>
                    <a:pt x="1109" y="4614"/>
                  </a:cubicBezTo>
                  <a:cubicBezTo>
                    <a:pt x="1489" y="4614"/>
                    <a:pt x="1869" y="4393"/>
                    <a:pt x="2027" y="4013"/>
                  </a:cubicBezTo>
                  <a:lnTo>
                    <a:pt x="3199" y="1384"/>
                  </a:lnTo>
                  <a:cubicBezTo>
                    <a:pt x="3421" y="909"/>
                    <a:pt x="3199" y="307"/>
                    <a:pt x="2692" y="86"/>
                  </a:cubicBezTo>
                  <a:cubicBezTo>
                    <a:pt x="2560" y="28"/>
                    <a:pt x="2422" y="0"/>
                    <a:pt x="22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385652bf586_0_219"/>
            <p:cNvSpPr/>
            <p:nvPr/>
          </p:nvSpPr>
          <p:spPr>
            <a:xfrm>
              <a:off x="3629875" y="2645125"/>
              <a:ext cx="85525" cy="115400"/>
            </a:xfrm>
            <a:custGeom>
              <a:avLst/>
              <a:gdLst/>
              <a:ahLst/>
              <a:cxnLst/>
              <a:rect l="l" t="t" r="r" b="b"/>
              <a:pathLst>
                <a:path w="3421" h="4616" extrusionOk="0">
                  <a:moveTo>
                    <a:pt x="2288" y="1"/>
                  </a:moveTo>
                  <a:cubicBezTo>
                    <a:pt x="1910" y="1"/>
                    <a:pt x="1557" y="219"/>
                    <a:pt x="1394" y="593"/>
                  </a:cubicBezTo>
                  <a:lnTo>
                    <a:pt x="222" y="3222"/>
                  </a:lnTo>
                  <a:cubicBezTo>
                    <a:pt x="0" y="3728"/>
                    <a:pt x="222" y="4298"/>
                    <a:pt x="729" y="4520"/>
                  </a:cubicBezTo>
                  <a:cubicBezTo>
                    <a:pt x="855" y="4583"/>
                    <a:pt x="982" y="4615"/>
                    <a:pt x="1140" y="4615"/>
                  </a:cubicBezTo>
                  <a:cubicBezTo>
                    <a:pt x="1520" y="4615"/>
                    <a:pt x="1869" y="4393"/>
                    <a:pt x="2027" y="4013"/>
                  </a:cubicBezTo>
                  <a:lnTo>
                    <a:pt x="3199" y="1385"/>
                  </a:lnTo>
                  <a:cubicBezTo>
                    <a:pt x="3421" y="910"/>
                    <a:pt x="3199" y="308"/>
                    <a:pt x="2692" y="86"/>
                  </a:cubicBezTo>
                  <a:cubicBezTo>
                    <a:pt x="2559" y="28"/>
                    <a:pt x="2422" y="1"/>
                    <a:pt x="228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385652bf586_0_219"/>
            <p:cNvSpPr/>
            <p:nvPr/>
          </p:nvSpPr>
          <p:spPr>
            <a:xfrm>
              <a:off x="4718500" y="3382775"/>
              <a:ext cx="175775" cy="308800"/>
            </a:xfrm>
            <a:custGeom>
              <a:avLst/>
              <a:gdLst/>
              <a:ahLst/>
              <a:cxnLst/>
              <a:rect l="l" t="t" r="r" b="b"/>
              <a:pathLst>
                <a:path w="7031" h="12352" extrusionOk="0">
                  <a:moveTo>
                    <a:pt x="5574" y="1173"/>
                  </a:moveTo>
                  <a:cubicBezTo>
                    <a:pt x="5827" y="1173"/>
                    <a:pt x="6081" y="1426"/>
                    <a:pt x="6081" y="1679"/>
                  </a:cubicBezTo>
                  <a:lnTo>
                    <a:pt x="6081" y="9596"/>
                  </a:lnTo>
                  <a:cubicBezTo>
                    <a:pt x="6081" y="9882"/>
                    <a:pt x="5827" y="10103"/>
                    <a:pt x="5574" y="10103"/>
                  </a:cubicBezTo>
                  <a:lnTo>
                    <a:pt x="1457" y="10103"/>
                  </a:lnTo>
                  <a:cubicBezTo>
                    <a:pt x="1172" y="10103"/>
                    <a:pt x="950" y="9882"/>
                    <a:pt x="950" y="9596"/>
                  </a:cubicBezTo>
                  <a:lnTo>
                    <a:pt x="950" y="1679"/>
                  </a:lnTo>
                  <a:cubicBezTo>
                    <a:pt x="950" y="1426"/>
                    <a:pt x="1172" y="1173"/>
                    <a:pt x="1457" y="1173"/>
                  </a:cubicBezTo>
                  <a:close/>
                  <a:moveTo>
                    <a:pt x="3896" y="10800"/>
                  </a:moveTo>
                  <a:cubicBezTo>
                    <a:pt x="4054" y="10800"/>
                    <a:pt x="4149" y="10927"/>
                    <a:pt x="4149" y="11053"/>
                  </a:cubicBezTo>
                  <a:lnTo>
                    <a:pt x="4149" y="11497"/>
                  </a:lnTo>
                  <a:cubicBezTo>
                    <a:pt x="4149" y="11623"/>
                    <a:pt x="4054" y="11750"/>
                    <a:pt x="3896" y="11750"/>
                  </a:cubicBezTo>
                  <a:lnTo>
                    <a:pt x="3136" y="11750"/>
                  </a:lnTo>
                  <a:cubicBezTo>
                    <a:pt x="2977" y="11750"/>
                    <a:pt x="2882" y="11655"/>
                    <a:pt x="2882" y="11497"/>
                  </a:cubicBezTo>
                  <a:lnTo>
                    <a:pt x="2882" y="11053"/>
                  </a:lnTo>
                  <a:cubicBezTo>
                    <a:pt x="2882" y="10927"/>
                    <a:pt x="2977" y="10800"/>
                    <a:pt x="3136" y="10800"/>
                  </a:cubicBezTo>
                  <a:close/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1307"/>
                  </a:lnTo>
                  <a:cubicBezTo>
                    <a:pt x="0" y="11877"/>
                    <a:pt x="475" y="12352"/>
                    <a:pt x="1045" y="12352"/>
                  </a:cubicBezTo>
                  <a:lnTo>
                    <a:pt x="5986" y="12352"/>
                  </a:lnTo>
                  <a:cubicBezTo>
                    <a:pt x="6556" y="12352"/>
                    <a:pt x="7031" y="11877"/>
                    <a:pt x="7031" y="11307"/>
                  </a:cubicBezTo>
                  <a:lnTo>
                    <a:pt x="7031" y="1046"/>
                  </a:lnTo>
                  <a:cubicBezTo>
                    <a:pt x="7031" y="476"/>
                    <a:pt x="6556" y="1"/>
                    <a:pt x="598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85652bf586_0_219"/>
            <p:cNvSpPr/>
            <p:nvPr/>
          </p:nvSpPr>
          <p:spPr>
            <a:xfrm>
              <a:off x="2282350" y="2522175"/>
              <a:ext cx="314350" cy="217750"/>
            </a:xfrm>
            <a:custGeom>
              <a:avLst/>
              <a:gdLst/>
              <a:ahLst/>
              <a:cxnLst/>
              <a:rect l="l" t="t" r="r" b="b"/>
              <a:pathLst>
                <a:path w="12574" h="8710" extrusionOk="0">
                  <a:moveTo>
                    <a:pt x="6493" y="1"/>
                  </a:moveTo>
                  <a:cubicBezTo>
                    <a:pt x="5163" y="1"/>
                    <a:pt x="3959" y="887"/>
                    <a:pt x="3547" y="2154"/>
                  </a:cubicBezTo>
                  <a:lnTo>
                    <a:pt x="3294" y="2154"/>
                  </a:lnTo>
                  <a:cubicBezTo>
                    <a:pt x="1457" y="2154"/>
                    <a:pt x="1" y="3611"/>
                    <a:pt x="1" y="5416"/>
                  </a:cubicBezTo>
                  <a:cubicBezTo>
                    <a:pt x="1" y="7221"/>
                    <a:pt x="1457" y="8710"/>
                    <a:pt x="3294" y="8710"/>
                  </a:cubicBezTo>
                  <a:lnTo>
                    <a:pt x="9913" y="8710"/>
                  </a:lnTo>
                  <a:cubicBezTo>
                    <a:pt x="11370" y="8710"/>
                    <a:pt x="12573" y="7506"/>
                    <a:pt x="12573" y="6049"/>
                  </a:cubicBezTo>
                  <a:cubicBezTo>
                    <a:pt x="12573" y="4561"/>
                    <a:pt x="11370" y="3389"/>
                    <a:pt x="9913" y="3389"/>
                  </a:cubicBezTo>
                  <a:lnTo>
                    <a:pt x="9565" y="3389"/>
                  </a:lnTo>
                  <a:cubicBezTo>
                    <a:pt x="9596" y="3294"/>
                    <a:pt x="9596" y="3199"/>
                    <a:pt x="9596" y="3104"/>
                  </a:cubicBezTo>
                  <a:cubicBezTo>
                    <a:pt x="9596" y="1394"/>
                    <a:pt x="8203" y="1"/>
                    <a:pt x="64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89650" tIns="89650" rIns="89650" bIns="89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73"/>
                <a:buFont typeface="Arial"/>
                <a:buNone/>
              </a:pPr>
              <a:endParaRPr sz="137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983a832f40_0_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Mejoras Futuras</a:t>
            </a:r>
            <a:endParaRPr sz="2800" b="0" i="0" u="none" strike="noStrike" cap="none">
              <a:solidFill>
                <a:srgbClr val="00000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4" name="Google Shape;454;g3983a832f40_0_0"/>
          <p:cNvSpPr txBox="1"/>
          <p:nvPr/>
        </p:nvSpPr>
        <p:spPr>
          <a:xfrm>
            <a:off x="1714500" y="1324725"/>
            <a:ext cx="62277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Accesibilidad </a:t>
            </a:r>
            <a:r>
              <a:rPr lang="en" sz="1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para uso de estudiantes con discapacidades.</a:t>
            </a:r>
            <a:endParaRPr sz="17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" name="Google Shape;455;g3983a832f40_0_0"/>
          <p:cNvSpPr txBox="1"/>
          <p:nvPr/>
        </p:nvSpPr>
        <p:spPr>
          <a:xfrm>
            <a:off x="1714500" y="1995327"/>
            <a:ext cx="62523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Habilitar más </a:t>
            </a:r>
            <a:r>
              <a:rPr lang="en" sz="17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opciones de base de datos</a:t>
            </a:r>
            <a:r>
              <a:rPr lang="en" sz="1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para la migración automática.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56" name="Google Shape;456;g3983a832f40_0_0"/>
          <p:cNvSpPr txBox="1"/>
          <p:nvPr/>
        </p:nvSpPr>
        <p:spPr>
          <a:xfrm>
            <a:off x="1714503" y="2863161"/>
            <a:ext cx="61656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Predicciones con IA </a:t>
            </a:r>
            <a:r>
              <a:rPr lang="en" sz="1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para alumno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57" name="Google Shape;457;g3983a832f40_0_0"/>
          <p:cNvSpPr txBox="1"/>
          <p:nvPr/>
        </p:nvSpPr>
        <p:spPr>
          <a:xfrm>
            <a:off x="1714503" y="3507474"/>
            <a:ext cx="61656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Envío de correos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58" name="Google Shape;458;g3983a832f40_0_0" title="discapacid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075" y="1301175"/>
            <a:ext cx="481200" cy="4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g3983a832f40_0_0" title="da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213" y="2124665"/>
            <a:ext cx="398925" cy="3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g3983a832f40_0_0" title="asistente-de-ai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7925" y="2816050"/>
            <a:ext cx="481199" cy="48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g3983a832f40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7925" y="3483925"/>
            <a:ext cx="481199" cy="48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1"/>
          <p:cNvSpPr/>
          <p:nvPr/>
        </p:nvSpPr>
        <p:spPr>
          <a:xfrm>
            <a:off x="743157" y="1284012"/>
            <a:ext cx="262555" cy="246296"/>
          </a:xfrm>
          <a:custGeom>
            <a:avLst/>
            <a:gdLst/>
            <a:ahLst/>
            <a:cxnLst/>
            <a:rect l="l" t="t" r="r" b="b"/>
            <a:pathLst>
              <a:path w="8171" h="7665" extrusionOk="0">
                <a:moveTo>
                  <a:pt x="4275" y="1046"/>
                </a:moveTo>
                <a:cubicBezTo>
                  <a:pt x="3452" y="1046"/>
                  <a:pt x="2692" y="1394"/>
                  <a:pt x="2154" y="2028"/>
                </a:cubicBezTo>
                <a:cubicBezTo>
                  <a:pt x="1172" y="3199"/>
                  <a:pt x="1299" y="4941"/>
                  <a:pt x="2470" y="5955"/>
                </a:cubicBezTo>
                <a:cubicBezTo>
                  <a:pt x="2977" y="6366"/>
                  <a:pt x="3610" y="6620"/>
                  <a:pt x="4275" y="6620"/>
                </a:cubicBezTo>
                <a:cubicBezTo>
                  <a:pt x="5099" y="6620"/>
                  <a:pt x="5859" y="6240"/>
                  <a:pt x="6397" y="5638"/>
                </a:cubicBezTo>
                <a:cubicBezTo>
                  <a:pt x="6872" y="5068"/>
                  <a:pt x="7126" y="4339"/>
                  <a:pt x="7062" y="3611"/>
                </a:cubicBezTo>
                <a:cubicBezTo>
                  <a:pt x="6999" y="2851"/>
                  <a:pt x="6651" y="2186"/>
                  <a:pt x="6081" y="1711"/>
                </a:cubicBezTo>
                <a:cubicBezTo>
                  <a:pt x="5574" y="1268"/>
                  <a:pt x="4940" y="1046"/>
                  <a:pt x="4275" y="1046"/>
                </a:cubicBezTo>
                <a:close/>
                <a:moveTo>
                  <a:pt x="4275" y="7665"/>
                </a:moveTo>
                <a:cubicBezTo>
                  <a:pt x="3389" y="7665"/>
                  <a:pt x="2502" y="7348"/>
                  <a:pt x="1805" y="6746"/>
                </a:cubicBezTo>
                <a:cubicBezTo>
                  <a:pt x="190" y="5385"/>
                  <a:pt x="0" y="2946"/>
                  <a:pt x="1362" y="1331"/>
                </a:cubicBezTo>
                <a:cubicBezTo>
                  <a:pt x="2090" y="476"/>
                  <a:pt x="3167" y="1"/>
                  <a:pt x="4275" y="1"/>
                </a:cubicBezTo>
                <a:cubicBezTo>
                  <a:pt x="5194" y="1"/>
                  <a:pt x="6081" y="317"/>
                  <a:pt x="6777" y="919"/>
                </a:cubicBezTo>
                <a:cubicBezTo>
                  <a:pt x="7537" y="1553"/>
                  <a:pt x="8012" y="2503"/>
                  <a:pt x="8107" y="3516"/>
                </a:cubicBezTo>
                <a:cubicBezTo>
                  <a:pt x="8171" y="4529"/>
                  <a:pt x="7854" y="5511"/>
                  <a:pt x="7189" y="6303"/>
                </a:cubicBezTo>
                <a:cubicBezTo>
                  <a:pt x="6461" y="7158"/>
                  <a:pt x="5416" y="7665"/>
                  <a:pt x="4275" y="76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1"/>
          <p:cNvSpPr/>
          <p:nvPr/>
        </p:nvSpPr>
        <p:spPr>
          <a:xfrm>
            <a:off x="763497" y="1477353"/>
            <a:ext cx="61084" cy="64169"/>
          </a:xfrm>
          <a:custGeom>
            <a:avLst/>
            <a:gdLst/>
            <a:ahLst/>
            <a:cxnLst/>
            <a:rect l="l" t="t" r="r" b="b"/>
            <a:pathLst>
              <a:path w="1901" h="1997" extrusionOk="0">
                <a:moveTo>
                  <a:pt x="792" y="1996"/>
                </a:moveTo>
                <a:lnTo>
                  <a:pt x="0" y="1299"/>
                </a:lnTo>
                <a:lnTo>
                  <a:pt x="1109" y="1"/>
                </a:lnTo>
                <a:lnTo>
                  <a:pt x="1901" y="6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1"/>
          <p:cNvSpPr/>
          <p:nvPr/>
        </p:nvSpPr>
        <p:spPr>
          <a:xfrm>
            <a:off x="823521" y="1328804"/>
            <a:ext cx="84508" cy="47845"/>
          </a:xfrm>
          <a:custGeom>
            <a:avLst/>
            <a:gdLst/>
            <a:ahLst/>
            <a:cxnLst/>
            <a:rect l="l" t="t" r="r" b="b"/>
            <a:pathLst>
              <a:path w="2630" h="1489" extrusionOk="0">
                <a:moveTo>
                  <a:pt x="2534" y="539"/>
                </a:moveTo>
                <a:cubicBezTo>
                  <a:pt x="2630" y="919"/>
                  <a:pt x="1996" y="539"/>
                  <a:pt x="1331" y="697"/>
                </a:cubicBezTo>
                <a:cubicBezTo>
                  <a:pt x="666" y="855"/>
                  <a:pt x="191" y="1489"/>
                  <a:pt x="96" y="1109"/>
                </a:cubicBezTo>
                <a:cubicBezTo>
                  <a:pt x="1" y="729"/>
                  <a:pt x="761" y="222"/>
                  <a:pt x="1141" y="127"/>
                </a:cubicBezTo>
                <a:cubicBezTo>
                  <a:pt x="1616" y="0"/>
                  <a:pt x="2439" y="159"/>
                  <a:pt x="2534" y="5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1"/>
          <p:cNvSpPr/>
          <p:nvPr/>
        </p:nvSpPr>
        <p:spPr>
          <a:xfrm>
            <a:off x="909025" y="1341015"/>
            <a:ext cx="22396" cy="20372"/>
          </a:xfrm>
          <a:custGeom>
            <a:avLst/>
            <a:gdLst/>
            <a:ahLst/>
            <a:cxnLst/>
            <a:rect l="l" t="t" r="r" b="b"/>
            <a:pathLst>
              <a:path w="697" h="634" extrusionOk="0">
                <a:moveTo>
                  <a:pt x="634" y="444"/>
                </a:moveTo>
                <a:cubicBezTo>
                  <a:pt x="570" y="634"/>
                  <a:pt x="380" y="570"/>
                  <a:pt x="222" y="507"/>
                </a:cubicBezTo>
                <a:cubicBezTo>
                  <a:pt x="64" y="444"/>
                  <a:pt x="0" y="412"/>
                  <a:pt x="32" y="254"/>
                </a:cubicBezTo>
                <a:cubicBezTo>
                  <a:pt x="95" y="95"/>
                  <a:pt x="127" y="0"/>
                  <a:pt x="285" y="64"/>
                </a:cubicBezTo>
                <a:cubicBezTo>
                  <a:pt x="475" y="127"/>
                  <a:pt x="697" y="285"/>
                  <a:pt x="634" y="4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1"/>
          <p:cNvSpPr txBox="1"/>
          <p:nvPr/>
        </p:nvSpPr>
        <p:spPr>
          <a:xfrm>
            <a:off x="457200" y="2213375"/>
            <a:ext cx="4401600" cy="15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300" b="0" i="0" u="none" strike="noStrike" cap="none">
                <a:solidFill>
                  <a:srgbClr val="00000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Sistema de Inscripción y Gestión de Asignaturas Horus.</a:t>
            </a:r>
            <a:endParaRPr sz="3300" b="0" i="0" u="none" strike="noStrike" cap="none">
              <a:solidFill>
                <a:srgbClr val="00002A"/>
              </a:solidFill>
              <a:highlight>
                <a:srgbClr val="FFFFFF"/>
              </a:highlight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pic>
        <p:nvPicPr>
          <p:cNvPr id="471" name="Google Shape;471;p31" title="Generated Image September 01, 2025 - 8_22PM.jpeg"/>
          <p:cNvPicPr preferRelativeResize="0"/>
          <p:nvPr/>
        </p:nvPicPr>
        <p:blipFill rotWithShape="1">
          <a:blip r:embed="rId3">
            <a:alphaModFix/>
          </a:blip>
          <a:srcRect l="10343" t="10991" r="10516" b="11549"/>
          <a:stretch/>
        </p:blipFill>
        <p:spPr>
          <a:xfrm>
            <a:off x="4858800" y="411175"/>
            <a:ext cx="4103350" cy="40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1"/>
          <p:cNvSpPr txBox="1"/>
          <p:nvPr/>
        </p:nvSpPr>
        <p:spPr>
          <a:xfrm>
            <a:off x="561900" y="562950"/>
            <a:ext cx="44016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500" b="0" i="0" u="none" strike="noStrike" cap="none">
                <a:solidFill>
                  <a:srgbClr val="6CA1B0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¡Gracias!</a:t>
            </a:r>
            <a:endParaRPr sz="3500" b="0" i="0" u="none" strike="noStrike" cap="none">
              <a:solidFill>
                <a:srgbClr val="6CA1B0"/>
              </a:solidFill>
              <a:highlight>
                <a:srgbClr val="FFFFFF"/>
              </a:highlight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Presentación en pantalla (16:9)</PresentationFormat>
  <Paragraphs>71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Fira Sans Extra Condensed SemiBold</vt:lpstr>
      <vt:lpstr>Arial</vt:lpstr>
      <vt:lpstr>Fira Sans</vt:lpstr>
      <vt:lpstr>Fira Sans Extra Condensed Medium</vt:lpstr>
      <vt:lpstr>Fira Sans Medium</vt:lpstr>
      <vt:lpstr>Technology Infographics by Slidesgo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. ALBORNOZ MORENO</cp:lastModifiedBy>
  <cp:revision>1</cp:revision>
  <dcterms:modified xsi:type="dcterms:W3CDTF">2025-11-19T20:23:49Z</dcterms:modified>
</cp:coreProperties>
</file>